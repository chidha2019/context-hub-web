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5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12192000" cy="6858000"/>
  <p:notesSz cx="7010400" cy="92964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BB2610-9271-422C-BBDB-8D889EFEBEE4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6" pos="96" userDrawn="1">
          <p15:clr>
            <a:srgbClr val="A4A3A4"/>
          </p15:clr>
        </p15:guide>
        <p15:guide id="7" pos="504" userDrawn="1">
          <p15:clr>
            <a:srgbClr val="A4A3A4"/>
          </p15:clr>
        </p15:guide>
        <p15:guide id="8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173785-F6E6-DDD5-C642-6CE7A74894E5}" name="Jonathan Tatlow" initials="" userId="S::Jonathan.Tatlow@verndale.com::fa70ca8f-6691-4fa2-a8a6-ec9023bde974" providerId="AD"/>
  <p188:author id="{3FA90894-80BD-4203-EA76-7D982C9FBFB1}" name="Chris Pisapia" initials="CP" userId="S::cpisapia@verndale.com::bf64292d-209b-4557-844f-6314519fba9a" providerId="AD"/>
  <p188:author id="{34EE1AF8-AF51-3891-AC1F-8FE566E740F4}" name="David Kovner" initials="DK" userId="S::david.kovner@verndale.com::022c3afb-d34a-49c9-b45b-1e40d9e4975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than Birhanu" initials="NB" lastIdx="1" clrIdx="0">
    <p:extLst>
      <p:ext uri="{19B8F6BF-5375-455C-9EA6-DF929625EA0E}">
        <p15:presenceInfo xmlns:p15="http://schemas.microsoft.com/office/powerpoint/2012/main" userId="S::nbirhanu@clearsightadvisors.com::afea3d71-913f-4d3c-882d-5c8ba9e9fe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E5049"/>
    <a:srgbClr val="E7F6D0"/>
    <a:srgbClr val="FFF3CB"/>
    <a:srgbClr val="0EBAF1"/>
    <a:srgbClr val="44C8F5"/>
    <a:srgbClr val="F58025"/>
    <a:srgbClr val="FFFFCC"/>
    <a:srgbClr val="FFF7D9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C8ACC-2C45-0DA9-70AA-0F3A81EBE544}" v="3" dt="2026-08-24T11:46:21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9"/>
    <p:restoredTop sz="94652"/>
  </p:normalViewPr>
  <p:slideViewPr>
    <p:cSldViewPr snapToGrid="0">
      <p:cViewPr varScale="1">
        <p:scale>
          <a:sx n="96" d="100"/>
          <a:sy n="96" d="100"/>
        </p:scale>
        <p:origin x="616" y="168"/>
      </p:cViewPr>
      <p:guideLst>
        <p:guide pos="96"/>
        <p:guide pos="50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mza  Vohra" userId="S::hvohra@dataeconomy.ai::0a2a81de-8d17-452b-b1de-063da397d40d" providerId="AD" clId="Web-{4A8C8ACC-2C45-0DA9-70AA-0F3A81EBE544}"/>
    <pc:docChg chg="modSld">
      <pc:chgData name="Humza  Vohra" userId="S::hvohra@dataeconomy.ai::0a2a81de-8d17-452b-b1de-063da397d40d" providerId="AD" clId="Web-{4A8C8ACC-2C45-0DA9-70AA-0F3A81EBE544}" dt="2026-08-24T11:46:21.114" v="2" actId="1076"/>
      <pc:docMkLst>
        <pc:docMk/>
      </pc:docMkLst>
      <pc:sldChg chg="modSp">
        <pc:chgData name="Humza  Vohra" userId="S::hvohra@dataeconomy.ai::0a2a81de-8d17-452b-b1de-063da397d40d" providerId="AD" clId="Web-{4A8C8ACC-2C45-0DA9-70AA-0F3A81EBE544}" dt="2026-08-24T11:46:21.114" v="2" actId="1076"/>
        <pc:sldMkLst>
          <pc:docMk/>
          <pc:sldMk cId="3482180353" sldId="260"/>
        </pc:sldMkLst>
        <pc:spChg chg="mod">
          <ac:chgData name="Humza  Vohra" userId="S::hvohra@dataeconomy.ai::0a2a81de-8d17-452b-b1de-063da397d40d" providerId="AD" clId="Web-{4A8C8ACC-2C45-0DA9-70AA-0F3A81EBE544}" dt="2026-08-24T11:45:31.535" v="0" actId="1076"/>
          <ac:spMkLst>
            <pc:docMk/>
            <pc:sldMk cId="3482180353" sldId="260"/>
            <ac:spMk id="2" creationId="{8D4B5C31-F950-A4BC-C377-F80C4EF441C5}"/>
          </ac:spMkLst>
        </pc:spChg>
        <pc:spChg chg="mod">
          <ac:chgData name="Humza  Vohra" userId="S::hvohra@dataeconomy.ai::0a2a81de-8d17-452b-b1de-063da397d40d" providerId="AD" clId="Web-{4A8C8ACC-2C45-0DA9-70AA-0F3A81EBE544}" dt="2026-08-24T11:46:21.114" v="2" actId="1076"/>
          <ac:spMkLst>
            <pc:docMk/>
            <pc:sldMk cId="3482180353" sldId="260"/>
            <ac:spMk id="437" creationId="{6762DBF9-E562-1A51-05DE-FA60848B47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BF6926-DA7E-4359-B9D2-91C05A23EE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F1C19-9FC5-4750-9A5D-5BA39C0295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2AB4709-7418-439F-BEE0-971DB9C333C1}" type="datetimeFigureOut">
              <a:rPr lang="en-US" smtClean="0">
                <a:latin typeface="Franklin Gothic Book" panose="020B0503020102020204" pitchFamily="34" charset="0"/>
              </a:rPr>
              <a:t>8/24/2026</a:t>
            </a:fld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CA022-95A3-4894-8950-0D37869F11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AFB87-C621-4CE5-8061-780243DA54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E238A99-E2D0-42D5-9045-9A63A0F5F2DD}" type="slidenum">
              <a:rPr lang="en-US" smtClean="0">
                <a:latin typeface="Franklin Gothic Book" panose="020B0503020102020204" pitchFamily="34" charset="0"/>
              </a:rPr>
              <a:t>‹#›</a:t>
            </a:fld>
            <a:endParaRPr lang="en-US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8429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Franklin Gothic Book" panose="020B0503020102020204" pitchFamily="34" charset="0"/>
              </a:defRPr>
            </a:lvl1pPr>
          </a:lstStyle>
          <a:p>
            <a:fld id="{42DA8938-427C-4FDD-A79F-157E7B72BEE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Franklin Gothic Book" panose="020B0503020102020204" pitchFamily="34" charset="0"/>
              </a:defRPr>
            </a:lvl1pPr>
          </a:lstStyle>
          <a:p>
            <a:fld id="{07493808-7067-4571-B94C-B247DE12BE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38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54DA-2BC2-5D7A-6A56-995D66E12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F784D-C70E-E299-C935-09A80D010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EE7DB-C762-F139-5A6F-B6050CD13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0B025-7F02-FC15-A85B-FF56E8020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93808-7067-4571-B94C-B247DE12BE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69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Content - Layout 04" preserve="1" userDrawn="1">
  <p:cSld name="1_4 Content - Layout 04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86EE47C-8917-049A-2790-010CDB43AD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rgbClr val="158DB4">
                <a:tint val="45000"/>
                <a:satMod val="400000"/>
              </a:srgbClr>
            </a:duotone>
          </a:blip>
          <a:srcRect/>
          <a:stretch/>
        </p:blipFill>
        <p:spPr bwMode="auto">
          <a:xfrm>
            <a:off x="0" y="0"/>
            <a:ext cx="121919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4D96346-9634-6E8E-1680-F559D316BAD2}"/>
              </a:ext>
            </a:extLst>
          </p:cNvPr>
          <p:cNvSpPr/>
          <p:nvPr userDrawn="1"/>
        </p:nvSpPr>
        <p:spPr>
          <a:xfrm rot="16200000">
            <a:off x="2660988" y="-2661282"/>
            <a:ext cx="6869434" cy="12191998"/>
          </a:xfrm>
          <a:prstGeom prst="rect">
            <a:avLst/>
          </a:prstGeom>
          <a:solidFill>
            <a:srgbClr val="158DB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CD6ACE-B8C8-1892-B821-C80031DE3FAE}"/>
              </a:ext>
            </a:extLst>
          </p:cNvPr>
          <p:cNvSpPr/>
          <p:nvPr userDrawn="1"/>
        </p:nvSpPr>
        <p:spPr>
          <a:xfrm>
            <a:off x="-2" y="1641513"/>
            <a:ext cx="5091088" cy="398909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B4F19FF-0C46-24CC-13D3-DD4B6B91DBA2}"/>
              </a:ext>
            </a:extLst>
          </p:cNvPr>
          <p:cNvGrpSpPr/>
          <p:nvPr userDrawn="1"/>
        </p:nvGrpSpPr>
        <p:grpSpPr>
          <a:xfrm>
            <a:off x="-1257300" y="1"/>
            <a:ext cx="1120923" cy="6756546"/>
            <a:chOff x="-1257300" y="1"/>
            <a:chExt cx="1120923" cy="675654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88080D8-9DB7-A9F6-54F4-4B55F9C1C0A5}"/>
                </a:ext>
              </a:extLst>
            </p:cNvPr>
            <p:cNvSpPr/>
            <p:nvPr userDrawn="1"/>
          </p:nvSpPr>
          <p:spPr>
            <a:xfrm>
              <a:off x="-1257008" y="288876"/>
              <a:ext cx="1120631" cy="5040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  <a:p>
              <a:pPr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  <a:p>
              <a:pPr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1F40C48-86E3-DF76-DAF5-96BD9E33EB64}"/>
                </a:ext>
              </a:extLst>
            </p:cNvPr>
            <p:cNvSpPr txBox="1"/>
            <p:nvPr userDrawn="1"/>
          </p:nvSpPr>
          <p:spPr>
            <a:xfrm>
              <a:off x="-1240050" y="1"/>
              <a:ext cx="1086714" cy="267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>
                  <a:solidFill>
                    <a:schemeClr val="tx1"/>
                  </a:solidFill>
                  <a:latin typeface="Montserrat" panose="00000500000000000000" pitchFamily="2" charset="0"/>
                </a:rPr>
                <a:t>Text Color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4E8E939-36FA-9366-3615-89B0E24DEFF0}"/>
                </a:ext>
              </a:extLst>
            </p:cNvPr>
            <p:cNvSpPr/>
            <p:nvPr/>
          </p:nvSpPr>
          <p:spPr>
            <a:xfrm>
              <a:off x="-1257008" y="4265433"/>
              <a:ext cx="1120631" cy="504023"/>
            </a:xfrm>
            <a:prstGeom prst="rect">
              <a:avLst/>
            </a:prstGeom>
            <a:solidFill>
              <a:srgbClr val="DE504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237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28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36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C646807-531B-D9B5-6303-B1147AD69DCD}"/>
                </a:ext>
              </a:extLst>
            </p:cNvPr>
            <p:cNvSpPr/>
            <p:nvPr/>
          </p:nvSpPr>
          <p:spPr>
            <a:xfrm>
              <a:off x="-1257008" y="4927797"/>
              <a:ext cx="1120631" cy="504023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51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51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51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AAD24DF-8D4F-E99A-6947-6EA4A84810DB}"/>
                </a:ext>
              </a:extLst>
            </p:cNvPr>
            <p:cNvSpPr/>
            <p:nvPr userDrawn="1"/>
          </p:nvSpPr>
          <p:spPr>
            <a:xfrm>
              <a:off x="-1257008" y="5590161"/>
              <a:ext cx="1120631" cy="50402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127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127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127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9D7111F-E605-FBC1-AEA1-C21E93AA7A6A}"/>
                </a:ext>
              </a:extLst>
            </p:cNvPr>
            <p:cNvSpPr/>
            <p:nvPr userDrawn="1"/>
          </p:nvSpPr>
          <p:spPr>
            <a:xfrm>
              <a:off x="-1257300" y="2946400"/>
              <a:ext cx="1120631" cy="504023"/>
            </a:xfrm>
            <a:prstGeom prst="rect">
              <a:avLst/>
            </a:prstGeom>
            <a:solidFill>
              <a:srgbClr val="85C2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133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194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37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57450FF-91F0-0AC1-0A0A-D3E33818EC9E}"/>
                </a:ext>
              </a:extLst>
            </p:cNvPr>
            <p:cNvSpPr/>
            <p:nvPr userDrawn="1"/>
          </p:nvSpPr>
          <p:spPr>
            <a:xfrm>
              <a:off x="-1257300" y="3606800"/>
              <a:ext cx="1120631" cy="504023"/>
            </a:xfrm>
            <a:prstGeom prst="rect">
              <a:avLst/>
            </a:prstGeom>
            <a:solidFill>
              <a:srgbClr val="F9C1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249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193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C2F1972-1699-B9BB-2E14-726C3F1416E4}"/>
                </a:ext>
              </a:extLst>
            </p:cNvPr>
            <p:cNvSpPr/>
            <p:nvPr userDrawn="1"/>
          </p:nvSpPr>
          <p:spPr>
            <a:xfrm>
              <a:off x="-1257008" y="6252524"/>
              <a:ext cx="1120631" cy="50402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tx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235</a:t>
              </a:r>
            </a:p>
            <a:p>
              <a:pPr lvl="0" algn="ctr"/>
              <a:r>
                <a:rPr lang="en-US" sz="1000" b="1">
                  <a:solidFill>
                    <a:schemeClr val="tx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235</a:t>
              </a:r>
            </a:p>
            <a:p>
              <a:pPr lvl="0" algn="ctr"/>
              <a:r>
                <a:rPr lang="en-US" sz="1000" b="1">
                  <a:solidFill>
                    <a:schemeClr val="tx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235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578148-9FC4-2FB7-34B5-CE0F2ABB8ACF}"/>
                </a:ext>
              </a:extLst>
            </p:cNvPr>
            <p:cNvSpPr/>
            <p:nvPr userDrawn="1"/>
          </p:nvSpPr>
          <p:spPr>
            <a:xfrm>
              <a:off x="-1257008" y="2278341"/>
              <a:ext cx="1120631" cy="504023"/>
            </a:xfrm>
            <a:prstGeom prst="rect">
              <a:avLst/>
            </a:prstGeom>
            <a:solidFill>
              <a:srgbClr val="0EB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14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186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241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5CB82B5-60D8-9D98-E44E-1209DD660139}"/>
                </a:ext>
              </a:extLst>
            </p:cNvPr>
            <p:cNvSpPr txBox="1"/>
            <p:nvPr userDrawn="1"/>
          </p:nvSpPr>
          <p:spPr>
            <a:xfrm>
              <a:off x="-1240050" y="2004712"/>
              <a:ext cx="10867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>
                  <a:solidFill>
                    <a:schemeClr val="tx1"/>
                  </a:solidFill>
                  <a:latin typeface="Montserrat" panose="00000500000000000000" pitchFamily="2" charset="0"/>
                </a:rPr>
                <a:t>Other Colors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0A7B75C-48F8-21A3-3E37-79087818A3F7}"/>
                </a:ext>
              </a:extLst>
            </p:cNvPr>
            <p:cNvSpPr/>
            <p:nvPr userDrawn="1"/>
          </p:nvSpPr>
          <p:spPr>
            <a:xfrm>
              <a:off x="-1257008" y="1305519"/>
              <a:ext cx="1120631" cy="5040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0A89DE7-B033-5A11-B3D1-4986F694FDD6}"/>
                </a:ext>
              </a:extLst>
            </p:cNvPr>
            <p:cNvSpPr txBox="1"/>
            <p:nvPr userDrawn="1"/>
          </p:nvSpPr>
          <p:spPr>
            <a:xfrm>
              <a:off x="-1240050" y="988069"/>
              <a:ext cx="1086714" cy="307777"/>
            </a:xfrm>
            <a:prstGeom prst="rect">
              <a:avLst/>
            </a:prstGeom>
            <a:noFill/>
          </p:spPr>
          <p:txBody>
            <a:bodyPr wrap="square" lIns="0" tIns="91440" rIns="0" rtlCol="0">
              <a:spAutoFit/>
            </a:bodyPr>
            <a:lstStyle/>
            <a:p>
              <a:pPr algn="ctr"/>
              <a:r>
                <a:rPr lang="en-US" sz="1100">
                  <a:solidFill>
                    <a:schemeClr val="tx1"/>
                  </a:solidFill>
                  <a:latin typeface="Montserrat" panose="00000500000000000000" pitchFamily="2" charset="0"/>
                </a:rPr>
                <a:t>Graph Text</a:t>
              </a:r>
            </a:p>
          </p:txBody>
        </p:sp>
      </p:grpSp>
      <p:pic>
        <p:nvPicPr>
          <p:cNvPr id="16" name="Picture 4" descr="BladeBridge">
            <a:extLst>
              <a:ext uri="{FF2B5EF4-FFF2-40B4-BE49-F238E27FC236}">
                <a16:creationId xmlns:a16="http://schemas.microsoft.com/office/drawing/2014/main" id="{4615366A-BE1C-8DBB-3ECA-E470EAE13E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5790" y="418024"/>
            <a:ext cx="2282752" cy="76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7B158DC-B265-16D7-8D6F-57A8ED192832}"/>
              </a:ext>
            </a:extLst>
          </p:cNvPr>
          <p:cNvSpPr txBox="1"/>
          <p:nvPr userDrawn="1"/>
        </p:nvSpPr>
        <p:spPr>
          <a:xfrm>
            <a:off x="10977306" y="6468245"/>
            <a:ext cx="1059585" cy="153888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r>
              <a:rPr lang="en-US" sz="1000" b="1" i="0" u="none" strike="noStrike" baseline="0">
                <a:solidFill>
                  <a:schemeClr val="bg1"/>
                </a:solidFill>
              </a:rPr>
              <a:t>CONFIDENTIAL 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07890A7-51C8-B3E5-6B21-A4616191594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5790" y="1729559"/>
            <a:ext cx="4476750" cy="194925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tabLst>
                <a:tab pos="742950" algn="l"/>
              </a:tabLst>
              <a:defRPr sz="4000">
                <a:solidFill>
                  <a:schemeClr val="bg1"/>
                </a:solidFill>
                <a:latin typeface="Montserrat SemiBold" panose="020F05020202040302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690B711-C4A2-F7CD-5F0A-8834982F84C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5790" y="3929657"/>
            <a:ext cx="4476750" cy="7564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000">
                <a:solidFill>
                  <a:schemeClr val="bg1"/>
                </a:solidFill>
                <a:latin typeface="Montserrat SemiBold" panose="00000700000000000000" pitchFamily="2" charset="0"/>
              </a:defRPr>
            </a:lvl1pPr>
          </a:lstStyle>
          <a:p>
            <a:pPr lvl="0"/>
            <a:r>
              <a:rPr lang="en-US"/>
              <a:t>Click to edit Master sub-title text styles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F2AA9F0-CB17-07D6-FEAB-2CE2B42B6FC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85790" y="5128643"/>
            <a:ext cx="984250" cy="249299"/>
          </a:xfrm>
          <a:prstGeom prst="rect">
            <a:avLst/>
          </a:prstGeom>
          <a:solidFill>
            <a:srgbClr val="26A2C9"/>
          </a:solidFill>
        </p:spPr>
        <p:txBody>
          <a:bodyPr wrap="square" lIns="27432" tIns="27432" rIns="27432" bIns="27432" anchor="ctr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1400">
                <a:solidFill>
                  <a:schemeClr val="bg1"/>
                </a:solidFill>
                <a:latin typeface="Montserrat SemiBold" panose="00000700000000000000" pitchFamily="2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9F8E10-B437-407C-2A3D-058B3B232E39}"/>
              </a:ext>
            </a:extLst>
          </p:cNvPr>
          <p:cNvSpPr/>
          <p:nvPr userDrawn="1"/>
        </p:nvSpPr>
        <p:spPr>
          <a:xfrm rot="16200000">
            <a:off x="6077709" y="743713"/>
            <a:ext cx="36576" cy="12191998"/>
          </a:xfrm>
          <a:prstGeom prst="rect">
            <a:avLst/>
          </a:prstGeom>
          <a:gradFill flip="none" rotWithShape="1">
            <a:gsLst>
              <a:gs pos="26000">
                <a:schemeClr val="accent1"/>
              </a:gs>
              <a:gs pos="100000">
                <a:schemeClr val="accent4"/>
              </a:gs>
              <a:gs pos="82000">
                <a:schemeClr val="accent3"/>
              </a:gs>
              <a:gs pos="64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3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Bo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8">
            <a:extLst>
              <a:ext uri="{FF2B5EF4-FFF2-40B4-BE49-F238E27FC236}">
                <a16:creationId xmlns:a16="http://schemas.microsoft.com/office/drawing/2014/main" id="{0974FA40-4434-6631-E127-F106D222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9858"/>
            <a:ext cx="11887200" cy="539540"/>
          </a:xfrm>
          <a:prstGeom prst="rect">
            <a:avLst/>
          </a:prstGeom>
        </p:spPr>
        <p:txBody>
          <a:bodyPr lIns="0" anchor="ctr" anchorCtr="0"/>
          <a:lstStyle>
            <a:lvl1pPr>
              <a:defRPr sz="24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170A730-58F1-BC39-B438-DDD002C10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" y="1667933"/>
            <a:ext cx="5760720" cy="1931311"/>
          </a:xfrm>
          <a:prstGeom prst="rect">
            <a:avLst/>
          </a:prstGeom>
        </p:spPr>
        <p:txBody>
          <a:bodyPr lIns="0" tIns="0" rIns="0" bIns="0"/>
          <a:lstStyle>
            <a:lvl1pPr marL="18288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Franklin Gothic Book" panose="020B0503020102020204" pitchFamily="34" charset="0"/>
              <a:buChar char="−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─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2880" lvl="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365760" lvl="1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Franklin Gothic Book" panose="020B0503020102020204" pitchFamily="34" charset="0"/>
              <a:buChar char="−"/>
            </a:pPr>
            <a:r>
              <a:rPr lang="en-US"/>
              <a:t>Second level</a:t>
            </a:r>
          </a:p>
          <a:p>
            <a:pPr marL="548640" lvl="2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731520" lvl="3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marL="914400" lvl="4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─"/>
            </a:pPr>
            <a:r>
              <a:rPr lang="en-US"/>
              <a:t>Fifth level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EB5C1020-29F8-0063-BAA7-598EE7FE23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8880" y="1667933"/>
            <a:ext cx="5760720" cy="1931311"/>
          </a:xfrm>
          <a:prstGeom prst="rect">
            <a:avLst/>
          </a:prstGeom>
        </p:spPr>
        <p:txBody>
          <a:bodyPr lIns="0" tIns="0" rIns="0" bIns="0"/>
          <a:lstStyle>
            <a:lvl1pPr marL="18288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Franklin Gothic Book" panose="020B0503020102020204" pitchFamily="34" charset="0"/>
              <a:buChar char="−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─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2880" lvl="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365760" lvl="1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Franklin Gothic Book" panose="020B0503020102020204" pitchFamily="34" charset="0"/>
              <a:buChar char="−"/>
            </a:pPr>
            <a:r>
              <a:rPr lang="en-US"/>
              <a:t>Second level</a:t>
            </a:r>
          </a:p>
          <a:p>
            <a:pPr marL="548640" lvl="2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731520" lvl="3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marL="914400" lvl="4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─"/>
            </a:pPr>
            <a:r>
              <a:rPr lang="en-US"/>
              <a:t>Fifth level</a:t>
            </a: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74ACD85D-DC7F-8B83-2A68-016C3CD26F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400" y="4067423"/>
            <a:ext cx="5760720" cy="1931311"/>
          </a:xfrm>
          <a:prstGeom prst="rect">
            <a:avLst/>
          </a:prstGeom>
        </p:spPr>
        <p:txBody>
          <a:bodyPr lIns="0" tIns="0" rIns="0" bIns="0"/>
          <a:lstStyle>
            <a:lvl1pPr marL="18288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Franklin Gothic Book" panose="020B0503020102020204" pitchFamily="34" charset="0"/>
              <a:buChar char="−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─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2880" lvl="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365760" lvl="1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Franklin Gothic Book" panose="020B0503020102020204" pitchFamily="34" charset="0"/>
              <a:buChar char="−"/>
            </a:pPr>
            <a:r>
              <a:rPr lang="en-US"/>
              <a:t>Second level</a:t>
            </a:r>
          </a:p>
          <a:p>
            <a:pPr marL="548640" lvl="2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731520" lvl="3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marL="914400" lvl="4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─"/>
            </a:pPr>
            <a:r>
              <a:rPr lang="en-US"/>
              <a:t>Fifth level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2C563B8A-4F87-1ABE-EF50-F5AD86A1AC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78880" y="4067423"/>
            <a:ext cx="5760720" cy="1931311"/>
          </a:xfrm>
          <a:prstGeom prst="rect">
            <a:avLst/>
          </a:prstGeom>
        </p:spPr>
        <p:txBody>
          <a:bodyPr lIns="0" tIns="0" rIns="0" bIns="0"/>
          <a:lstStyle>
            <a:lvl1pPr marL="18288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Franklin Gothic Book" panose="020B0503020102020204" pitchFamily="34" charset="0"/>
              <a:buChar char="−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─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2880" lvl="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365760" lvl="1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Franklin Gothic Book" panose="020B0503020102020204" pitchFamily="34" charset="0"/>
              <a:buChar char="−"/>
            </a:pPr>
            <a:r>
              <a:rPr lang="en-US"/>
              <a:t>Second level</a:t>
            </a:r>
          </a:p>
          <a:p>
            <a:pPr marL="548640" lvl="2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731520" lvl="3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marL="914400" lvl="4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─"/>
            </a:pPr>
            <a:r>
              <a:rPr lang="en-US"/>
              <a:t>Fifth level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634A6973-ED88-CABA-F7B8-12B9AB31BA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2400" y="1312450"/>
            <a:ext cx="5760720" cy="2862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Tx/>
              <a:buNone/>
              <a:defRPr sz="1200" b="1">
                <a:solidFill>
                  <a:srgbClr val="000000"/>
                </a:solidFill>
                <a:latin typeface="+mn-lt"/>
              </a:defRPr>
            </a:lvl1pPr>
            <a:lvl2pPr marL="36576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Franklin Gothic Book" panose="020B0503020102020204" pitchFamily="34" charset="0"/>
              <a:buChar char="−"/>
              <a:defRPr sz="1200">
                <a:solidFill>
                  <a:schemeClr val="tx1"/>
                </a:solidFill>
                <a:latin typeface="Playfair Display" pitchFamily="2" charset="0"/>
              </a:defRPr>
            </a:lvl2pPr>
            <a:lvl3pPr marL="54864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Playfair Display" pitchFamily="2" charset="0"/>
              </a:defRPr>
            </a:lvl3pPr>
            <a:lvl4pPr marL="73152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Playfair Display" pitchFamily="2" charset="0"/>
              </a:defRPr>
            </a:lvl4pPr>
            <a:lvl5pPr marL="91440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Arial" panose="020B0604020202020204" pitchFamily="34" charset="0"/>
              <a:buChar char="─"/>
              <a:defRPr sz="1200">
                <a:solidFill>
                  <a:schemeClr val="tx1"/>
                </a:solidFill>
                <a:latin typeface="Playfair Display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C18C8E03-66EB-9A04-CE9C-AF20260B20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8880" y="1312450"/>
            <a:ext cx="5760720" cy="2862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Tx/>
              <a:buNone/>
              <a:defRPr sz="1200" b="1">
                <a:solidFill>
                  <a:srgbClr val="000000"/>
                </a:solidFill>
                <a:latin typeface="+mn-lt"/>
              </a:defRPr>
            </a:lvl1pPr>
            <a:lvl2pPr marL="36576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Franklin Gothic Book" panose="020B0503020102020204" pitchFamily="34" charset="0"/>
              <a:buChar char="−"/>
              <a:defRPr sz="1200">
                <a:solidFill>
                  <a:schemeClr val="tx1"/>
                </a:solidFill>
                <a:latin typeface="Playfair Display" pitchFamily="2" charset="0"/>
              </a:defRPr>
            </a:lvl2pPr>
            <a:lvl3pPr marL="54864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Playfair Display" pitchFamily="2" charset="0"/>
              </a:defRPr>
            </a:lvl3pPr>
            <a:lvl4pPr marL="73152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Playfair Display" pitchFamily="2" charset="0"/>
              </a:defRPr>
            </a:lvl4pPr>
            <a:lvl5pPr marL="91440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Arial" panose="020B0604020202020204" pitchFamily="34" charset="0"/>
              <a:buChar char="─"/>
              <a:defRPr sz="1200">
                <a:solidFill>
                  <a:schemeClr val="tx1"/>
                </a:solidFill>
                <a:latin typeface="Playfair Display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CB646145-58F3-2D22-F8CE-B38BEACCCA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2400" y="3711940"/>
            <a:ext cx="5760720" cy="2862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Tx/>
              <a:buNone/>
              <a:defRPr sz="1200" b="1">
                <a:solidFill>
                  <a:srgbClr val="000000"/>
                </a:solidFill>
                <a:latin typeface="+mn-lt"/>
              </a:defRPr>
            </a:lvl1pPr>
            <a:lvl2pPr marL="36576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Franklin Gothic Book" panose="020B0503020102020204" pitchFamily="34" charset="0"/>
              <a:buChar char="−"/>
              <a:defRPr sz="1200">
                <a:solidFill>
                  <a:schemeClr val="tx1"/>
                </a:solidFill>
                <a:latin typeface="Playfair Display" pitchFamily="2" charset="0"/>
              </a:defRPr>
            </a:lvl2pPr>
            <a:lvl3pPr marL="54864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Playfair Display" pitchFamily="2" charset="0"/>
              </a:defRPr>
            </a:lvl3pPr>
            <a:lvl4pPr marL="73152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Playfair Display" pitchFamily="2" charset="0"/>
              </a:defRPr>
            </a:lvl4pPr>
            <a:lvl5pPr marL="91440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Arial" panose="020B0604020202020204" pitchFamily="34" charset="0"/>
              <a:buChar char="─"/>
              <a:defRPr sz="1200">
                <a:solidFill>
                  <a:schemeClr val="tx1"/>
                </a:solidFill>
                <a:latin typeface="Playfair Display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E5A81577-BE2A-850A-57D8-8C11F126FA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8880" y="3711940"/>
            <a:ext cx="5760720" cy="2862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Tx/>
              <a:buNone/>
              <a:defRPr sz="1200" b="1">
                <a:solidFill>
                  <a:srgbClr val="000000"/>
                </a:solidFill>
                <a:latin typeface="+mn-lt"/>
              </a:defRPr>
            </a:lvl1pPr>
            <a:lvl2pPr marL="36576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Franklin Gothic Book" panose="020B0503020102020204" pitchFamily="34" charset="0"/>
              <a:buChar char="−"/>
              <a:defRPr sz="1200">
                <a:solidFill>
                  <a:schemeClr val="tx1"/>
                </a:solidFill>
                <a:latin typeface="Playfair Display" pitchFamily="2" charset="0"/>
              </a:defRPr>
            </a:lvl2pPr>
            <a:lvl3pPr marL="54864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Playfair Display" pitchFamily="2" charset="0"/>
              </a:defRPr>
            </a:lvl3pPr>
            <a:lvl4pPr marL="73152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Courier New" panose="02070309020205020404" pitchFamily="49" charset="0"/>
              <a:buChar char="o"/>
              <a:defRPr sz="1200">
                <a:solidFill>
                  <a:schemeClr val="tx1"/>
                </a:solidFill>
                <a:latin typeface="Playfair Display" pitchFamily="2" charset="0"/>
              </a:defRPr>
            </a:lvl4pPr>
            <a:lvl5pPr marL="914400" indent="-1828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Arial" panose="020B0604020202020204" pitchFamily="34" charset="0"/>
              <a:buChar char="─"/>
              <a:defRPr sz="1200">
                <a:solidFill>
                  <a:schemeClr val="tx1"/>
                </a:solidFill>
                <a:latin typeface="Playfair Display" pitchFamily="2" charset="0"/>
              </a:defRPr>
            </a:lvl5pPr>
          </a:lstStyle>
          <a:p>
            <a:pPr lvl="0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7CAE15-546D-8982-29B5-842E7228A382}"/>
              </a:ext>
            </a:extLst>
          </p:cNvPr>
          <p:cNvCxnSpPr>
            <a:cxnSpLocks/>
          </p:cNvCxnSpPr>
          <p:nvPr userDrawn="1"/>
        </p:nvCxnSpPr>
        <p:spPr>
          <a:xfrm>
            <a:off x="152399" y="1610704"/>
            <a:ext cx="5760720" cy="0"/>
          </a:xfrm>
          <a:prstGeom prst="line">
            <a:avLst/>
          </a:prstGeom>
          <a:ln>
            <a:solidFill>
              <a:schemeClr val="accent1"/>
            </a:solidFill>
          </a:ln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F80E844-3136-D465-35AD-72D3095DEE68}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10704"/>
            <a:ext cx="5760720" cy="0"/>
          </a:xfrm>
          <a:prstGeom prst="line">
            <a:avLst/>
          </a:prstGeom>
          <a:ln>
            <a:solidFill>
              <a:schemeClr val="accent1"/>
            </a:solidFill>
          </a:ln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588A68-9A42-3F3A-B526-83AE3779F4F6}"/>
              </a:ext>
            </a:extLst>
          </p:cNvPr>
          <p:cNvCxnSpPr>
            <a:cxnSpLocks/>
          </p:cNvCxnSpPr>
          <p:nvPr userDrawn="1"/>
        </p:nvCxnSpPr>
        <p:spPr>
          <a:xfrm>
            <a:off x="152399" y="3998177"/>
            <a:ext cx="5760720" cy="0"/>
          </a:xfrm>
          <a:prstGeom prst="line">
            <a:avLst/>
          </a:prstGeom>
          <a:ln>
            <a:solidFill>
              <a:schemeClr val="accent1"/>
            </a:solidFill>
          </a:ln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ABB617-54AE-97BC-5C5B-A421DFFC6627}"/>
              </a:ext>
            </a:extLst>
          </p:cNvPr>
          <p:cNvCxnSpPr>
            <a:cxnSpLocks/>
          </p:cNvCxnSpPr>
          <p:nvPr userDrawn="1"/>
        </p:nvCxnSpPr>
        <p:spPr>
          <a:xfrm>
            <a:off x="6278880" y="3998177"/>
            <a:ext cx="5760720" cy="0"/>
          </a:xfrm>
          <a:prstGeom prst="line">
            <a:avLst/>
          </a:prstGeom>
          <a:ln>
            <a:solidFill>
              <a:schemeClr val="accent1"/>
            </a:solidFill>
          </a:ln>
        </p:spPr>
      </p:cxn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F650B6CD-1FEF-BEA2-0D25-F71E34171D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" y="761613"/>
            <a:ext cx="11887200" cy="366883"/>
          </a:xfrm>
          <a:prstGeom prst="rect">
            <a:avLst/>
          </a:prstGeom>
        </p:spPr>
        <p:txBody>
          <a:bodyPr lIns="0" anchor="ctr"/>
          <a:lstStyle>
            <a:lvl1pPr marL="0" indent="0" algn="l">
              <a:buNone/>
              <a:defRPr sz="1400" b="0" i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oogle Shape;43;p7">
            <a:extLst>
              <a:ext uri="{FF2B5EF4-FFF2-40B4-BE49-F238E27FC236}">
                <a16:creationId xmlns:a16="http://schemas.microsoft.com/office/drawing/2014/main" id="{61B6CC66-5B91-5A1E-4E86-59F3055E2FA9}"/>
              </a:ext>
            </a:extLst>
          </p:cNvPr>
          <p:cNvSpPr/>
          <p:nvPr userDrawn="1"/>
        </p:nvSpPr>
        <p:spPr>
          <a:xfrm>
            <a:off x="152400" y="572596"/>
            <a:ext cx="372000" cy="8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 pitchFamily="2" charset="0"/>
            </a:endParaRPr>
          </a:p>
        </p:txBody>
      </p:sp>
      <p:sp>
        <p:nvSpPr>
          <p:cNvPr id="5" name="Google Shape;9;p1">
            <a:extLst>
              <a:ext uri="{FF2B5EF4-FFF2-40B4-BE49-F238E27FC236}">
                <a16:creationId xmlns:a16="http://schemas.microsoft.com/office/drawing/2014/main" id="{4A38DDA4-A3E8-21E8-C54D-98A5786009D8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629294" y="6383910"/>
            <a:ext cx="1410306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spcAft>
                <a:spcPts val="300"/>
              </a:spcAft>
            </a:pPr>
            <a:fld id="{00000000-1234-1234-1234-123412341234}" type="slidenum">
              <a:rPr lang="en-US" sz="1000" smtClean="0"/>
              <a:pPr>
                <a:spcAft>
                  <a:spcPts val="300"/>
                </a:spcAft>
              </a:pPr>
              <a:t>‹#›</a:t>
            </a:fld>
            <a:endParaRPr lang="en-US" sz="1000" b="0"/>
          </a:p>
          <a:p>
            <a:r>
              <a:rPr lang="en-US" sz="700" b="0"/>
              <a:t>Proprietary &amp; Confidential</a:t>
            </a:r>
            <a:endParaRPr lang="en-US" b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D482A258-1C94-30BC-E86A-5A3D07CFABB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37113" y="6290310"/>
            <a:ext cx="7916487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800" i="1" dirty="0">
                <a:solidFill>
                  <a:srgbClr val="55555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marL="171450" lvl="0" indent="-171450" defTabSz="457200">
              <a:spcBef>
                <a:spcPts val="0"/>
              </a:spcBef>
              <a:buClr>
                <a:srgbClr val="2C89B8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76930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asic Content Slide - Light Background" userDrawn="1">
  <p:cSld name="4_Basic Content Slide - Light Background">
    <p:bg>
      <p:bgPr>
        <a:solidFill>
          <a:schemeClr val="bg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8">
            <a:extLst>
              <a:ext uri="{FF2B5EF4-FFF2-40B4-BE49-F238E27FC236}">
                <a16:creationId xmlns:a16="http://schemas.microsoft.com/office/drawing/2014/main" id="{A80D96E4-9F18-E131-1654-74E0DCD59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2" y="87103"/>
            <a:ext cx="11824447" cy="539540"/>
          </a:xfrm>
          <a:prstGeom prst="rect">
            <a:avLst/>
          </a:prstGeom>
        </p:spPr>
        <p:txBody>
          <a:bodyPr lIns="0" anchor="ctr" anchorCtr="0"/>
          <a:lstStyle>
            <a:lvl1pPr>
              <a:defRPr lang="en-US" sz="2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Google Shape;9;p1">
            <a:extLst>
              <a:ext uri="{FF2B5EF4-FFF2-40B4-BE49-F238E27FC236}">
                <a16:creationId xmlns:a16="http://schemas.microsoft.com/office/drawing/2014/main" id="{AC73003D-2B0C-8A5C-2DBB-24F6722B81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29294" y="6383910"/>
            <a:ext cx="1410306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spcAft>
                <a:spcPts val="300"/>
              </a:spcAft>
            </a:pPr>
            <a:fld id="{00000000-1234-1234-1234-123412341234}" type="slidenum">
              <a:rPr lang="en-US" sz="1000" b="0" smtClean="0"/>
              <a:pPr>
                <a:spcAft>
                  <a:spcPts val="300"/>
                </a:spcAft>
              </a:pPr>
              <a:t>‹#›</a:t>
            </a:fld>
            <a:endParaRPr lang="en-US" sz="1000" b="0"/>
          </a:p>
          <a:p>
            <a:r>
              <a:rPr lang="en-US" sz="700" b="0"/>
              <a:t>Proprietary &amp; Confidential</a:t>
            </a:r>
            <a:endParaRPr lang="en-US" b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7D36DE38-55B7-9A7E-FB50-76EFA1E323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587" y="790430"/>
            <a:ext cx="11467124" cy="270001"/>
          </a:xfrm>
          <a:prstGeom prst="rect">
            <a:avLst/>
          </a:prstGeom>
        </p:spPr>
        <p:txBody>
          <a:bodyPr lIns="0" anchor="ctr"/>
          <a:lstStyle>
            <a:lvl1pPr marL="0" indent="0" algn="l">
              <a:buNone/>
              <a:defRPr sz="1400" i="0">
                <a:solidFill>
                  <a:srgbClr val="0EBAF1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4" descr="BladeBridge">
            <a:extLst>
              <a:ext uri="{FF2B5EF4-FFF2-40B4-BE49-F238E27FC236}">
                <a16:creationId xmlns:a16="http://schemas.microsoft.com/office/drawing/2014/main" id="{F7231189-1FA0-707F-004B-EFE902AFDC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4579"/>
          <a:stretch/>
        </p:blipFill>
        <p:spPr bwMode="auto">
          <a:xfrm>
            <a:off x="216197" y="6353995"/>
            <a:ext cx="287954" cy="50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065315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Content - Layout 04" userDrawn="1">
  <p:cSld name="1_4 Content - Layout 04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4E30E4-E316-69D6-0401-40E7180C0BD7}"/>
              </a:ext>
            </a:extLst>
          </p:cNvPr>
          <p:cNvSpPr/>
          <p:nvPr userDrawn="1"/>
        </p:nvSpPr>
        <p:spPr>
          <a:xfrm>
            <a:off x="-28576" y="-76200"/>
            <a:ext cx="12220576" cy="6893757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F33677-05D4-525E-D6ED-5E9745C667D9}"/>
              </a:ext>
            </a:extLst>
          </p:cNvPr>
          <p:cNvGrpSpPr/>
          <p:nvPr userDrawn="1"/>
        </p:nvGrpSpPr>
        <p:grpSpPr>
          <a:xfrm>
            <a:off x="-1257300" y="1"/>
            <a:ext cx="1120923" cy="6756546"/>
            <a:chOff x="-1257300" y="1"/>
            <a:chExt cx="1120923" cy="675654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000FEE8-1F9E-8BBA-13DF-6E18D418DC6B}"/>
                </a:ext>
              </a:extLst>
            </p:cNvPr>
            <p:cNvSpPr/>
            <p:nvPr userDrawn="1"/>
          </p:nvSpPr>
          <p:spPr>
            <a:xfrm>
              <a:off x="-1257008" y="288876"/>
              <a:ext cx="1120631" cy="5040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  <a:p>
              <a:pPr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  <a:p>
              <a:pPr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A4FF3F-40A0-0E96-F80C-31278F752BFC}"/>
                </a:ext>
              </a:extLst>
            </p:cNvPr>
            <p:cNvSpPr txBox="1"/>
            <p:nvPr userDrawn="1"/>
          </p:nvSpPr>
          <p:spPr>
            <a:xfrm>
              <a:off x="-1240050" y="1"/>
              <a:ext cx="1086714" cy="267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>
                  <a:solidFill>
                    <a:schemeClr val="tx1"/>
                  </a:solidFill>
                  <a:latin typeface="Montserrat" panose="00000500000000000000" pitchFamily="2" charset="0"/>
                </a:rPr>
                <a:t>Text Color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51DBACD-D063-7F67-3A86-B90A0C95B419}"/>
                </a:ext>
              </a:extLst>
            </p:cNvPr>
            <p:cNvSpPr/>
            <p:nvPr/>
          </p:nvSpPr>
          <p:spPr>
            <a:xfrm>
              <a:off x="-1257008" y="4265433"/>
              <a:ext cx="1120631" cy="504023"/>
            </a:xfrm>
            <a:prstGeom prst="rect">
              <a:avLst/>
            </a:prstGeom>
            <a:solidFill>
              <a:srgbClr val="DE504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237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28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36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C0DDE5A-D89B-452E-7B7D-FAC8C87723E6}"/>
                </a:ext>
              </a:extLst>
            </p:cNvPr>
            <p:cNvSpPr/>
            <p:nvPr/>
          </p:nvSpPr>
          <p:spPr>
            <a:xfrm>
              <a:off x="-1257008" y="4927797"/>
              <a:ext cx="1120631" cy="5040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51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51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51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089FA3-E7A7-F63C-A058-0CF163B15362}"/>
                </a:ext>
              </a:extLst>
            </p:cNvPr>
            <p:cNvSpPr/>
            <p:nvPr userDrawn="1"/>
          </p:nvSpPr>
          <p:spPr>
            <a:xfrm>
              <a:off x="-1257008" y="5590161"/>
              <a:ext cx="1120631" cy="50402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127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127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127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E51E37-F1FC-3EEF-9381-67FEF1C77E29}"/>
                </a:ext>
              </a:extLst>
            </p:cNvPr>
            <p:cNvSpPr/>
            <p:nvPr userDrawn="1"/>
          </p:nvSpPr>
          <p:spPr>
            <a:xfrm>
              <a:off x="-1257300" y="2946400"/>
              <a:ext cx="1120631" cy="504023"/>
            </a:xfrm>
            <a:prstGeom prst="rect">
              <a:avLst/>
            </a:prstGeom>
            <a:solidFill>
              <a:srgbClr val="85C22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133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194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37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B62C6A1-B6CD-FD14-F648-DD1E2B0EAEF3}"/>
                </a:ext>
              </a:extLst>
            </p:cNvPr>
            <p:cNvSpPr/>
            <p:nvPr userDrawn="1"/>
          </p:nvSpPr>
          <p:spPr>
            <a:xfrm>
              <a:off x="-1257300" y="3606800"/>
              <a:ext cx="1120631" cy="504023"/>
            </a:xfrm>
            <a:prstGeom prst="rect">
              <a:avLst/>
            </a:prstGeom>
            <a:solidFill>
              <a:srgbClr val="F9C1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249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193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1BEF576-54C6-759C-C8F6-3502084D649D}"/>
                </a:ext>
              </a:extLst>
            </p:cNvPr>
            <p:cNvSpPr/>
            <p:nvPr userDrawn="1"/>
          </p:nvSpPr>
          <p:spPr>
            <a:xfrm>
              <a:off x="-1257008" y="6252524"/>
              <a:ext cx="1120631" cy="504023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tx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235</a:t>
              </a:r>
            </a:p>
            <a:p>
              <a:pPr lvl="0" algn="ctr"/>
              <a:r>
                <a:rPr lang="en-US" sz="1000" b="1">
                  <a:solidFill>
                    <a:schemeClr val="tx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235</a:t>
              </a:r>
            </a:p>
            <a:p>
              <a:pPr lvl="0" algn="ctr"/>
              <a:r>
                <a:rPr lang="en-US" sz="1000" b="1">
                  <a:solidFill>
                    <a:schemeClr val="tx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235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E4E6049-0C56-7DA8-345B-488A6DC9975B}"/>
                </a:ext>
              </a:extLst>
            </p:cNvPr>
            <p:cNvSpPr/>
            <p:nvPr userDrawn="1"/>
          </p:nvSpPr>
          <p:spPr>
            <a:xfrm>
              <a:off x="-1257008" y="2278341"/>
              <a:ext cx="1120631" cy="504023"/>
            </a:xfrm>
            <a:prstGeom prst="rect">
              <a:avLst/>
            </a:prstGeom>
            <a:solidFill>
              <a:srgbClr val="0EB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14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186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241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F0F454-526A-B447-D92B-EAF0DA232168}"/>
                </a:ext>
              </a:extLst>
            </p:cNvPr>
            <p:cNvSpPr txBox="1"/>
            <p:nvPr userDrawn="1"/>
          </p:nvSpPr>
          <p:spPr>
            <a:xfrm>
              <a:off x="-1240050" y="2004712"/>
              <a:ext cx="10867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>
                  <a:solidFill>
                    <a:schemeClr val="tx1"/>
                  </a:solidFill>
                  <a:latin typeface="Montserrat" panose="00000500000000000000" pitchFamily="2" charset="0"/>
                </a:rPr>
                <a:t>Other Colors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5EE0EA4-1CBF-DD4E-2FF0-B7A0BFCDD566}"/>
                </a:ext>
              </a:extLst>
            </p:cNvPr>
            <p:cNvSpPr/>
            <p:nvPr userDrawn="1"/>
          </p:nvSpPr>
          <p:spPr>
            <a:xfrm>
              <a:off x="-1257008" y="1305519"/>
              <a:ext cx="1120631" cy="5040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  <a:p>
              <a:pPr lvl="0" algn="ctr"/>
              <a:r>
                <a:rPr lang="en-US" sz="1000" b="1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92A98A1-64CA-2658-1874-3B665C3C731B}"/>
                </a:ext>
              </a:extLst>
            </p:cNvPr>
            <p:cNvSpPr txBox="1"/>
            <p:nvPr userDrawn="1"/>
          </p:nvSpPr>
          <p:spPr>
            <a:xfrm>
              <a:off x="-1240050" y="988069"/>
              <a:ext cx="1086714" cy="307777"/>
            </a:xfrm>
            <a:prstGeom prst="rect">
              <a:avLst/>
            </a:prstGeom>
            <a:noFill/>
          </p:spPr>
          <p:txBody>
            <a:bodyPr wrap="square" lIns="0" tIns="91440" rIns="0" rtlCol="0">
              <a:spAutoFit/>
            </a:bodyPr>
            <a:lstStyle/>
            <a:p>
              <a:pPr algn="ctr"/>
              <a:r>
                <a:rPr lang="en-US" sz="1100">
                  <a:solidFill>
                    <a:schemeClr val="tx1"/>
                  </a:solidFill>
                  <a:latin typeface="Montserrat" panose="00000500000000000000" pitchFamily="2" charset="0"/>
                </a:rPr>
                <a:t>Graph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6454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934058-6AD3-423C-B18C-E36962E6BD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780" y="94298"/>
            <a:ext cx="9964419" cy="259714"/>
          </a:xfrm>
          <a:prstGeom prst="rect">
            <a:avLst/>
          </a:prstGeom>
        </p:spPr>
        <p:txBody>
          <a:bodyPr/>
          <a:lstStyle>
            <a:lvl1pPr algn="l">
              <a:defRPr sz="1100"/>
            </a:lvl1pPr>
          </a:lstStyle>
          <a:p>
            <a:pPr lvl="0"/>
            <a:r>
              <a:rPr lang="en-US"/>
              <a:t>CONTEXT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9265DAA-83C8-400B-8A97-A8933140EE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781" y="277232"/>
            <a:ext cx="9964419" cy="413543"/>
          </a:xfrm>
          <a:prstGeom prst="rect">
            <a:avLst/>
          </a:prstGeom>
        </p:spPr>
        <p:txBody>
          <a:bodyPr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878835302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3ECB-C0C1-4215-B862-23A502A6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612" y="1297033"/>
            <a:ext cx="10515600" cy="74824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2" name="Text Placeholder 8">
            <a:extLst>
              <a:ext uri="{FF2B5EF4-FFF2-40B4-BE49-F238E27FC236}">
                <a16:creationId xmlns:a16="http://schemas.microsoft.com/office/drawing/2014/main" id="{82F59E3D-A007-4503-8D93-00958580D80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987675" y="82075"/>
            <a:ext cx="6318250" cy="2597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CONTEXT</a:t>
            </a:r>
          </a:p>
        </p:txBody>
      </p:sp>
      <p:sp>
        <p:nvSpPr>
          <p:cNvPr id="143" name="Text Placeholder 8">
            <a:extLst>
              <a:ext uri="{FF2B5EF4-FFF2-40B4-BE49-F238E27FC236}">
                <a16:creationId xmlns:a16="http://schemas.microsoft.com/office/drawing/2014/main" id="{D93F4C24-E9E4-4413-BEB5-18FCBDFC59FF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300481" y="314960"/>
            <a:ext cx="9591039" cy="413543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44" name="Text Placeholder 11">
            <a:extLst>
              <a:ext uri="{FF2B5EF4-FFF2-40B4-BE49-F238E27FC236}">
                <a16:creationId xmlns:a16="http://schemas.microsoft.com/office/drawing/2014/main" id="{E6059E75-0AF5-49D7-95DF-C1D1DD16DEF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1298238" y="341313"/>
            <a:ext cx="782637" cy="277812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fld id="{36F9AD12-6C4B-4262-A2A5-777AF9081562}" type="slidenum">
              <a:rPr lang="en-US" smtClean="0"/>
              <a:t>‹#›</a:t>
            </a:fld>
            <a:endParaRPr lang="en-US"/>
          </a:p>
        </p:txBody>
      </p:sp>
      <p:sp>
        <p:nvSpPr>
          <p:cNvPr id="145" name="Text Placeholder 15">
            <a:extLst>
              <a:ext uri="{FF2B5EF4-FFF2-40B4-BE49-F238E27FC236}">
                <a16:creationId xmlns:a16="http://schemas.microsoft.com/office/drawing/2014/main" id="{92937632-31C7-4FAE-BE89-840588B477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3335" y="3509269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46" name="Text Placeholder 15">
            <a:extLst>
              <a:ext uri="{FF2B5EF4-FFF2-40B4-BE49-F238E27FC236}">
                <a16:creationId xmlns:a16="http://schemas.microsoft.com/office/drawing/2014/main" id="{467C547B-6DAF-432B-BC1D-FC7AA7D36B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6938" y="3509269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47" name="Text Placeholder 15">
            <a:extLst>
              <a:ext uri="{FF2B5EF4-FFF2-40B4-BE49-F238E27FC236}">
                <a16:creationId xmlns:a16="http://schemas.microsoft.com/office/drawing/2014/main" id="{50EEEC5E-0EB1-4673-B4C8-5C2B2FFAF42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36945" y="3509269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48" name="Text Placeholder 15">
            <a:extLst>
              <a:ext uri="{FF2B5EF4-FFF2-40B4-BE49-F238E27FC236}">
                <a16:creationId xmlns:a16="http://schemas.microsoft.com/office/drawing/2014/main" id="{37CEF684-468F-4284-99D5-9413FFD58E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6952" y="3509269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49" name="Text Placeholder 15">
            <a:extLst>
              <a:ext uri="{FF2B5EF4-FFF2-40B4-BE49-F238E27FC236}">
                <a16:creationId xmlns:a16="http://schemas.microsoft.com/office/drawing/2014/main" id="{0E6DF056-3E6E-44B8-8DE5-88802A310F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6959" y="3509268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50" name="Text Placeholder 15">
            <a:extLst>
              <a:ext uri="{FF2B5EF4-FFF2-40B4-BE49-F238E27FC236}">
                <a16:creationId xmlns:a16="http://schemas.microsoft.com/office/drawing/2014/main" id="{96EBEF66-6B16-41F9-848D-4C0A6646A0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76966" y="3509268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63" name="Picture Placeholder 17">
            <a:extLst>
              <a:ext uri="{FF2B5EF4-FFF2-40B4-BE49-F238E27FC236}">
                <a16:creationId xmlns:a16="http://schemas.microsoft.com/office/drawing/2014/main" id="{75B3AE61-0323-4FD6-B687-20ADD4F17F9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93335" y="2483444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4" name="Picture Placeholder 17">
            <a:extLst>
              <a:ext uri="{FF2B5EF4-FFF2-40B4-BE49-F238E27FC236}">
                <a16:creationId xmlns:a16="http://schemas.microsoft.com/office/drawing/2014/main" id="{B7D665D2-D86C-45FC-9344-D8D1A771C9A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866716" y="2486215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5" name="Picture Placeholder 17">
            <a:extLst>
              <a:ext uri="{FF2B5EF4-FFF2-40B4-BE49-F238E27FC236}">
                <a16:creationId xmlns:a16="http://schemas.microsoft.com/office/drawing/2014/main" id="{54337420-2F61-434F-92C4-E9F02E4B6B9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640097" y="2497301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6" name="Picture Placeholder 17">
            <a:extLst>
              <a:ext uri="{FF2B5EF4-FFF2-40B4-BE49-F238E27FC236}">
                <a16:creationId xmlns:a16="http://schemas.microsoft.com/office/drawing/2014/main" id="{DDFA2BDA-078F-4765-89A8-491C7674F1E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421791" y="2491760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7" name="Picture Placeholder 17">
            <a:extLst>
              <a:ext uri="{FF2B5EF4-FFF2-40B4-BE49-F238E27FC236}">
                <a16:creationId xmlns:a16="http://schemas.microsoft.com/office/drawing/2014/main" id="{113F0C7F-8467-46AD-AE58-9EDB062017A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211798" y="2494531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8" name="Picture Placeholder 17">
            <a:extLst>
              <a:ext uri="{FF2B5EF4-FFF2-40B4-BE49-F238E27FC236}">
                <a16:creationId xmlns:a16="http://schemas.microsoft.com/office/drawing/2014/main" id="{CD35E56F-BDE4-4E37-B08D-F95D21AFBA1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976869" y="2505615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9" name="Text Placeholder 15">
            <a:extLst>
              <a:ext uri="{FF2B5EF4-FFF2-40B4-BE49-F238E27FC236}">
                <a16:creationId xmlns:a16="http://schemas.microsoft.com/office/drawing/2014/main" id="{F4BF69AD-3BBA-47F2-B600-7715852B884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96108" y="5648407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0" name="Text Placeholder 15">
            <a:extLst>
              <a:ext uri="{FF2B5EF4-FFF2-40B4-BE49-F238E27FC236}">
                <a16:creationId xmlns:a16="http://schemas.microsoft.com/office/drawing/2014/main" id="{0160A5D7-6821-41D8-95EA-B3078EE1309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59711" y="5648407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1" name="Text Placeholder 15">
            <a:extLst>
              <a:ext uri="{FF2B5EF4-FFF2-40B4-BE49-F238E27FC236}">
                <a16:creationId xmlns:a16="http://schemas.microsoft.com/office/drawing/2014/main" id="{2EF7EF68-1791-4066-9E2A-DA895A1A21B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639718" y="5648407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2" name="Text Placeholder 15">
            <a:extLst>
              <a:ext uri="{FF2B5EF4-FFF2-40B4-BE49-F238E27FC236}">
                <a16:creationId xmlns:a16="http://schemas.microsoft.com/office/drawing/2014/main" id="{655CAE35-C6A6-4DDD-BD92-353C4FA71E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419725" y="5648407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3" name="Text Placeholder 15">
            <a:extLst>
              <a:ext uri="{FF2B5EF4-FFF2-40B4-BE49-F238E27FC236}">
                <a16:creationId xmlns:a16="http://schemas.microsoft.com/office/drawing/2014/main" id="{C638E928-5FCB-42B1-A707-1C153C4DEE2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99732" y="5648406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4" name="Text Placeholder 15">
            <a:extLst>
              <a:ext uri="{FF2B5EF4-FFF2-40B4-BE49-F238E27FC236}">
                <a16:creationId xmlns:a16="http://schemas.microsoft.com/office/drawing/2014/main" id="{3A052CE7-0E31-4891-87AB-7E93ACE4AF6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979739" y="5648406"/>
            <a:ext cx="1370857" cy="328453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75" name="Picture Placeholder 17">
            <a:extLst>
              <a:ext uri="{FF2B5EF4-FFF2-40B4-BE49-F238E27FC236}">
                <a16:creationId xmlns:a16="http://schemas.microsoft.com/office/drawing/2014/main" id="{8CD5BB7D-8930-4182-A156-83B6877255E8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096108" y="4622582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6" name="Picture Placeholder 17">
            <a:extLst>
              <a:ext uri="{FF2B5EF4-FFF2-40B4-BE49-F238E27FC236}">
                <a16:creationId xmlns:a16="http://schemas.microsoft.com/office/drawing/2014/main" id="{2F617EB1-8F4E-4592-9D15-6B0A8B516307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9489" y="4625353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7" name="Picture Placeholder 17">
            <a:extLst>
              <a:ext uri="{FF2B5EF4-FFF2-40B4-BE49-F238E27FC236}">
                <a16:creationId xmlns:a16="http://schemas.microsoft.com/office/drawing/2014/main" id="{17929D91-0033-454F-88AA-D1071AC0460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642870" y="4636439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8" name="Picture Placeholder 17">
            <a:extLst>
              <a:ext uri="{FF2B5EF4-FFF2-40B4-BE49-F238E27FC236}">
                <a16:creationId xmlns:a16="http://schemas.microsoft.com/office/drawing/2014/main" id="{28B3BF0F-F14A-4D96-9CE4-E06B2F26B106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424564" y="4630898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9" name="Picture Placeholder 17">
            <a:extLst>
              <a:ext uri="{FF2B5EF4-FFF2-40B4-BE49-F238E27FC236}">
                <a16:creationId xmlns:a16="http://schemas.microsoft.com/office/drawing/2014/main" id="{FD6FC08C-2774-4A0F-B9BC-EF83233BE7D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8214571" y="4633669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0" name="Picture Placeholder 17">
            <a:extLst>
              <a:ext uri="{FF2B5EF4-FFF2-40B4-BE49-F238E27FC236}">
                <a16:creationId xmlns:a16="http://schemas.microsoft.com/office/drawing/2014/main" id="{75823897-358A-49DA-80A2-7A62F6C0A232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979642" y="4644753"/>
            <a:ext cx="1370857" cy="9686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90537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BBCF-1D92-DA9D-4599-891A7A9A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6189E-FE9D-6BED-38C1-266183A7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9294" y="6383910"/>
            <a:ext cx="1410306" cy="270000"/>
          </a:xfrm>
          <a:prstGeom prst="rect">
            <a:avLst/>
          </a:prstGeom>
        </p:spPr>
        <p:txBody>
          <a:bodyPr/>
          <a:lstStyle/>
          <a:p>
            <a:fld id="{AE0067FB-AA5D-D348-BA28-4D2271B0666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661183-2BC7-8373-2384-3B70DE9E68EF}"/>
              </a:ext>
            </a:extLst>
          </p:cNvPr>
          <p:cNvSpPr/>
          <p:nvPr userDrawn="1"/>
        </p:nvSpPr>
        <p:spPr>
          <a:xfrm>
            <a:off x="0" y="-1066"/>
            <a:ext cx="12191999" cy="89092"/>
          </a:xfrm>
          <a:prstGeom prst="rect">
            <a:avLst/>
          </a:prstGeom>
          <a:solidFill>
            <a:srgbClr val="40C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875EE2A-9AB4-FB72-AE9A-C48D1C4930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97" y="6570326"/>
            <a:ext cx="620005" cy="17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21832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tructions/Summary_Green Titl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27D77-2D00-493C-B7C3-499478250F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629294" y="6383910"/>
            <a:ext cx="1410306" cy="270000"/>
          </a:xfrm>
          <a:prstGeom prst="rect">
            <a:avLst/>
          </a:prstGeom>
        </p:spPr>
        <p:txBody>
          <a:bodyPr/>
          <a:lstStyle/>
          <a:p>
            <a:fld id="{604EFD81-96A7-4A01-B0C9-0C27DE28A2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27E3111-D295-E0AE-1CEC-6D6F52E62F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6700" y="901723"/>
            <a:ext cx="11658600" cy="3270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1">
                <a:solidFill>
                  <a:srgbClr val="435055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2AC8E23-29BB-7950-3C5E-28C69AE31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6" y="268449"/>
            <a:ext cx="10907229" cy="492707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>
              <a:defRPr sz="2400" b="1">
                <a:solidFill>
                  <a:srgbClr val="503C7D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84AF3E-9281-C900-6B20-42302A71D6D6}"/>
              </a:ext>
            </a:extLst>
          </p:cNvPr>
          <p:cNvCxnSpPr>
            <a:cxnSpLocks/>
          </p:cNvCxnSpPr>
          <p:nvPr userDrawn="1"/>
        </p:nvCxnSpPr>
        <p:spPr>
          <a:xfrm>
            <a:off x="278296" y="770681"/>
            <a:ext cx="11700822" cy="0"/>
          </a:xfrm>
          <a:prstGeom prst="line">
            <a:avLst/>
          </a:prstGeom>
          <a:ln w="19050">
            <a:solidFill>
              <a:srgbClr val="503C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51A5F6-F4F0-CFBD-ECD5-5E1ED38CD633}"/>
              </a:ext>
            </a:extLst>
          </p:cNvPr>
          <p:cNvCxnSpPr>
            <a:cxnSpLocks/>
          </p:cNvCxnSpPr>
          <p:nvPr userDrawn="1"/>
        </p:nvCxnSpPr>
        <p:spPr>
          <a:xfrm>
            <a:off x="278296" y="770681"/>
            <a:ext cx="4101067" cy="0"/>
          </a:xfrm>
          <a:prstGeom prst="line">
            <a:avLst/>
          </a:prstGeom>
          <a:ln w="19050">
            <a:solidFill>
              <a:srgbClr val="50AF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comb&#10;&#10;Description automatically generated">
            <a:extLst>
              <a:ext uri="{FF2B5EF4-FFF2-40B4-BE49-F238E27FC236}">
                <a16:creationId xmlns:a16="http://schemas.microsoft.com/office/drawing/2014/main" id="{AC4311AF-8D64-1DBC-0597-BC0E386918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57028" y="157948"/>
            <a:ext cx="522090" cy="492708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729367D-7ECC-577D-04B6-B1E7A75B80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5950" y="6426715"/>
            <a:ext cx="9299575" cy="327025"/>
          </a:xfrm>
          <a:prstGeom prst="rect">
            <a:avLst/>
          </a:prstGeom>
        </p:spPr>
        <p:txBody>
          <a:bodyPr lIns="91440" tIns="0" rIns="91440" bIns="0"/>
          <a:lstStyle>
            <a:lvl1pPr marL="0" indent="0">
              <a:spcBef>
                <a:spcPts val="0"/>
              </a:spcBef>
              <a:buNone/>
              <a:defRPr sz="800">
                <a:latin typeface="Aptos" panose="020B000402020202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fr-FR"/>
              <a:t>Source: xxx.</a:t>
            </a:r>
          </a:p>
          <a:p>
            <a:pPr lvl="0"/>
            <a:r>
              <a:rPr lang="fr-FR"/>
              <a:t>Note: xxx.</a:t>
            </a:r>
          </a:p>
          <a:p>
            <a:pPr lvl="0"/>
            <a:r>
              <a:rPr lang="fr-FR"/>
              <a:t>1.xxx.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22204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9294" y="6383910"/>
            <a:ext cx="1410306" cy="27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pPr marR="43180" algn="r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65"/>
              <a:t>‹#›</a:t>
            </a:fld>
            <a:endParaRPr spc="65"/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700" b="0">
                <a:latin typeface="Century Gothic"/>
                <a:cs typeface="Century Gothic"/>
              </a:rPr>
              <a:t>Proprietary</a:t>
            </a:r>
            <a:r>
              <a:rPr sz="700" b="0" spc="114">
                <a:latin typeface="Century Gothic"/>
                <a:cs typeface="Century Gothic"/>
              </a:rPr>
              <a:t> </a:t>
            </a:r>
            <a:r>
              <a:rPr sz="700" b="0" spc="-70">
                <a:latin typeface="Century Gothic"/>
                <a:cs typeface="Century Gothic"/>
              </a:rPr>
              <a:t>&amp;</a:t>
            </a:r>
            <a:r>
              <a:rPr sz="700" b="0" spc="95">
                <a:latin typeface="Century Gothic"/>
                <a:cs typeface="Century Gothic"/>
              </a:rPr>
              <a:t> </a:t>
            </a:r>
            <a:r>
              <a:rPr sz="700" b="0" spc="-10">
                <a:latin typeface="Century Gothic"/>
                <a:cs typeface="Century Gothic"/>
              </a:rPr>
              <a:t>Confidential</a:t>
            </a:r>
            <a:endParaRPr sz="7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87431311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asic Content Slide - Light Background" userDrawn="1">
  <p:cSld name="5_Basic Content Slide - Light Background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9;p1">
            <a:extLst>
              <a:ext uri="{FF2B5EF4-FFF2-40B4-BE49-F238E27FC236}">
                <a16:creationId xmlns:a16="http://schemas.microsoft.com/office/drawing/2014/main" id="{AC73003D-2B0C-8A5C-2DBB-24F6722B81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29294" y="6383910"/>
            <a:ext cx="1410306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spcAft>
                <a:spcPts val="300"/>
              </a:spcAft>
            </a:pPr>
            <a:fld id="{00000000-1234-1234-1234-123412341234}" type="slidenum">
              <a:rPr lang="en-US" sz="1000" smtClean="0"/>
              <a:pPr>
                <a:spcAft>
                  <a:spcPts val="300"/>
                </a:spcAft>
              </a:pPr>
              <a:t>‹#›</a:t>
            </a:fld>
            <a:endParaRPr lang="en-US" sz="1000" b="0"/>
          </a:p>
          <a:p>
            <a:r>
              <a:rPr lang="en-US" sz="700" b="0"/>
              <a:t>Proprietary &amp; Confidential</a:t>
            </a:r>
            <a:endParaRPr lang="en-US" b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7D36DE38-55B7-9A7E-FB50-76EFA1E323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" y="790430"/>
            <a:ext cx="11529876" cy="347663"/>
          </a:xfrm>
          <a:prstGeom prst="rect">
            <a:avLst/>
          </a:prstGeom>
        </p:spPr>
        <p:txBody>
          <a:bodyPr lIns="0" anchor="ctr"/>
          <a:lstStyle>
            <a:lvl1pPr marL="0" indent="0" algn="l">
              <a:buNone/>
              <a:defRPr sz="1400" i="0">
                <a:solidFill>
                  <a:srgbClr val="0EBAF1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3;p7">
            <a:extLst>
              <a:ext uri="{FF2B5EF4-FFF2-40B4-BE49-F238E27FC236}">
                <a16:creationId xmlns:a16="http://schemas.microsoft.com/office/drawing/2014/main" id="{C8F11233-E41B-251B-9A21-4CF9D7B0786B}"/>
              </a:ext>
            </a:extLst>
          </p:cNvPr>
          <p:cNvSpPr/>
          <p:nvPr userDrawn="1"/>
        </p:nvSpPr>
        <p:spPr>
          <a:xfrm>
            <a:off x="152400" y="674196"/>
            <a:ext cx="372000" cy="8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 panose="00000500000000000000" pitchFamily="2" charset="0"/>
            </a:endParaRPr>
          </a:p>
        </p:txBody>
      </p:sp>
      <p:sp>
        <p:nvSpPr>
          <p:cNvPr id="26" name="Title 28">
            <a:extLst>
              <a:ext uri="{FF2B5EF4-FFF2-40B4-BE49-F238E27FC236}">
                <a16:creationId xmlns:a16="http://schemas.microsoft.com/office/drawing/2014/main" id="{A80D96E4-9F18-E131-1654-74E0DCD59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9858"/>
            <a:ext cx="11887200" cy="539540"/>
          </a:xfrm>
          <a:prstGeom prst="rect">
            <a:avLst/>
          </a:prstGeom>
        </p:spPr>
        <p:txBody>
          <a:bodyPr lIns="0" anchor="b"/>
          <a:lstStyle>
            <a:lvl1pPr>
              <a:defRPr lang="en-US" sz="20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A7B2ED14-593A-D908-D102-E907AA284B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37113" y="6290310"/>
            <a:ext cx="7916487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800" i="1" dirty="0">
                <a:solidFill>
                  <a:srgbClr val="55555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marL="171450" lvl="0" indent="-171450" defTabSz="457200">
              <a:spcBef>
                <a:spcPts val="0"/>
              </a:spcBef>
              <a:buClr>
                <a:srgbClr val="2C89B8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43998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 flip="none" rotWithShape="1">
          <a:gsLst>
            <a:gs pos="0">
              <a:srgbClr val="333333"/>
            </a:gs>
            <a:gs pos="46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ack background with many triangles&#10;&#10;Description automatically generated">
            <a:extLst>
              <a:ext uri="{FF2B5EF4-FFF2-40B4-BE49-F238E27FC236}">
                <a16:creationId xmlns:a16="http://schemas.microsoft.com/office/drawing/2014/main" id="{6E11E76C-C505-999E-4B1E-572E26238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2744" y="0"/>
            <a:ext cx="7119256" cy="6793992"/>
          </a:xfrm>
          <a:prstGeom prst="rect">
            <a:avLst/>
          </a:prstGeom>
        </p:spPr>
      </p:pic>
      <p:pic>
        <p:nvPicPr>
          <p:cNvPr id="2" name="Picture 4" descr="BladeBridge">
            <a:extLst>
              <a:ext uri="{FF2B5EF4-FFF2-40B4-BE49-F238E27FC236}">
                <a16:creationId xmlns:a16="http://schemas.microsoft.com/office/drawing/2014/main" id="{5924F742-4126-9155-5058-18CE54F55B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458" y="2456375"/>
            <a:ext cx="3417083" cy="113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AAA0954-6546-209A-DDF8-338B4FBE7855}"/>
              </a:ext>
            </a:extLst>
          </p:cNvPr>
          <p:cNvGrpSpPr/>
          <p:nvPr userDrawn="1"/>
        </p:nvGrpSpPr>
        <p:grpSpPr>
          <a:xfrm>
            <a:off x="2441549" y="3969193"/>
            <a:ext cx="7308899" cy="584520"/>
            <a:chOff x="2234134" y="5035263"/>
            <a:chExt cx="7711032" cy="610001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E6DA7B6F-38EA-8374-B7AD-3227BF3F8F60}"/>
                </a:ext>
              </a:extLst>
            </p:cNvPr>
            <p:cNvSpPr txBox="1">
              <a:spLocks/>
            </p:cNvSpPr>
            <p:nvPr/>
          </p:nvSpPr>
          <p:spPr>
            <a:xfrm>
              <a:off x="2267817" y="5066377"/>
              <a:ext cx="7656366" cy="56247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28600" tIns="91440" rIns="228600" bIns="9144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0">
                  <a:ln>
                    <a:noFill/>
                  </a:ln>
                  <a:gradFill flip="none" rotWithShape="1">
                    <a:gsLst>
                      <a:gs pos="0">
                        <a:srgbClr val="0EBAF1"/>
                      </a:gs>
                      <a:gs pos="35000">
                        <a:srgbClr val="85C225"/>
                      </a:gs>
                      <a:gs pos="70000">
                        <a:srgbClr val="F9C100"/>
                      </a:gs>
                      <a:gs pos="100000">
                        <a:srgbClr val="ED252C"/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effectLst/>
                  <a:uLnTx/>
                  <a:uFillTx/>
                  <a:latin typeface="Montserrat"/>
                  <a:ea typeface="+mj-ea"/>
                  <a:cs typeface="+mj-cs"/>
                </a:rPr>
                <a:t>Enabling businesses to monetize data at data speeds</a:t>
              </a: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F8A4CFA4-8AFF-96C9-F3D9-71684884CE8D}"/>
                </a:ext>
              </a:extLst>
            </p:cNvPr>
            <p:cNvSpPr/>
            <p:nvPr/>
          </p:nvSpPr>
          <p:spPr>
            <a:xfrm>
              <a:off x="2234134" y="5035263"/>
              <a:ext cx="165100" cy="203200"/>
            </a:xfrm>
            <a:prstGeom prst="halfFrame">
              <a:avLst>
                <a:gd name="adj1" fmla="val 18974"/>
                <a:gd name="adj2" fmla="val 18048"/>
              </a:avLst>
            </a:prstGeom>
            <a:solidFill>
              <a:srgbClr val="DE5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300D6364-865A-6CC8-5C8A-7DB77DB2F158}"/>
                </a:ext>
              </a:extLst>
            </p:cNvPr>
            <p:cNvSpPr/>
            <p:nvPr/>
          </p:nvSpPr>
          <p:spPr>
            <a:xfrm flipV="1">
              <a:off x="2234134" y="5445104"/>
              <a:ext cx="162436" cy="200160"/>
            </a:xfrm>
            <a:prstGeom prst="halfFrame">
              <a:avLst>
                <a:gd name="adj1" fmla="val 18974"/>
                <a:gd name="adj2" fmla="val 18048"/>
              </a:avLst>
            </a:prstGeom>
            <a:solidFill>
              <a:srgbClr val="85C2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" name="Half Frame 6">
              <a:extLst>
                <a:ext uri="{FF2B5EF4-FFF2-40B4-BE49-F238E27FC236}">
                  <a16:creationId xmlns:a16="http://schemas.microsoft.com/office/drawing/2014/main" id="{80C611D2-376A-E29C-1ACE-B98D8FA94AEB}"/>
                </a:ext>
              </a:extLst>
            </p:cNvPr>
            <p:cNvSpPr/>
            <p:nvPr/>
          </p:nvSpPr>
          <p:spPr>
            <a:xfrm flipH="1">
              <a:off x="9780066" y="5035263"/>
              <a:ext cx="165100" cy="203200"/>
            </a:xfrm>
            <a:prstGeom prst="halfFrame">
              <a:avLst>
                <a:gd name="adj1" fmla="val 18974"/>
                <a:gd name="adj2" fmla="val 18048"/>
              </a:avLst>
            </a:prstGeom>
            <a:solidFill>
              <a:srgbClr val="F9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" name="Half Frame 7">
              <a:extLst>
                <a:ext uri="{FF2B5EF4-FFF2-40B4-BE49-F238E27FC236}">
                  <a16:creationId xmlns:a16="http://schemas.microsoft.com/office/drawing/2014/main" id="{7A167AF0-78E9-89F2-B45A-4FA8EFE307A3}"/>
                </a:ext>
              </a:extLst>
            </p:cNvPr>
            <p:cNvSpPr/>
            <p:nvPr/>
          </p:nvSpPr>
          <p:spPr>
            <a:xfrm flipH="1" flipV="1">
              <a:off x="9780066" y="5442064"/>
              <a:ext cx="165100" cy="203200"/>
            </a:xfrm>
            <a:prstGeom prst="halfFrame">
              <a:avLst>
                <a:gd name="adj1" fmla="val 18974"/>
                <a:gd name="adj2" fmla="val 18048"/>
              </a:avLst>
            </a:prstGeom>
            <a:solidFill>
              <a:srgbClr val="0EBA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272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06B793B-1ECD-ABBD-1192-90B4D2A0B5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40949403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95" imgH="394" progId="TCLayout.ActiveDocument.1">
                  <p:embed/>
                </p:oleObj>
              </mc:Choice>
              <mc:Fallback>
                <p:oleObj name="think-cell Slide" r:id="rId1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6B793B-1ECD-ABBD-1192-90B4D2A0B5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481807-C62D-1DAD-CC05-AE519513274C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252523"/>
            <a:ext cx="12192000" cy="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C5D0D4-903A-A4EC-F397-A3E589973411}"/>
              </a:ext>
            </a:extLst>
          </p:cNvPr>
          <p:cNvSpPr/>
          <p:nvPr userDrawn="1"/>
        </p:nvSpPr>
        <p:spPr>
          <a:xfrm>
            <a:off x="-1257008" y="288876"/>
            <a:ext cx="1120631" cy="50402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0</a:t>
            </a:r>
          </a:p>
          <a:p>
            <a:pPr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0</a:t>
            </a:r>
          </a:p>
          <a:p>
            <a:pPr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9C0B48-D7DD-4B4F-B0AA-856AC27FE2B5}"/>
              </a:ext>
            </a:extLst>
          </p:cNvPr>
          <p:cNvSpPr txBox="1"/>
          <p:nvPr userDrawn="1"/>
        </p:nvSpPr>
        <p:spPr>
          <a:xfrm>
            <a:off x="-1240050" y="1"/>
            <a:ext cx="1086714" cy="267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tx1"/>
                </a:solidFill>
                <a:latin typeface="Montserrat" panose="00000500000000000000" pitchFamily="2" charset="0"/>
              </a:rPr>
              <a:t>Text Color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697C65-8136-8E5C-0901-99B3AFBD390A}"/>
              </a:ext>
            </a:extLst>
          </p:cNvPr>
          <p:cNvSpPr/>
          <p:nvPr/>
        </p:nvSpPr>
        <p:spPr>
          <a:xfrm>
            <a:off x="-1257008" y="4265433"/>
            <a:ext cx="1120631" cy="504023"/>
          </a:xfrm>
          <a:prstGeom prst="rect">
            <a:avLst/>
          </a:prstGeom>
          <a:solidFill>
            <a:srgbClr val="DE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237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28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36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8C8980-FDE3-5776-90D1-E34324163D9F}"/>
              </a:ext>
            </a:extLst>
          </p:cNvPr>
          <p:cNvSpPr/>
          <p:nvPr/>
        </p:nvSpPr>
        <p:spPr>
          <a:xfrm>
            <a:off x="-1257008" y="4927797"/>
            <a:ext cx="1120631" cy="504023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51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51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51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31AE11-CF66-17BC-4959-905B2C813E40}"/>
              </a:ext>
            </a:extLst>
          </p:cNvPr>
          <p:cNvSpPr/>
          <p:nvPr userDrawn="1"/>
        </p:nvSpPr>
        <p:spPr>
          <a:xfrm>
            <a:off x="-1257008" y="5590161"/>
            <a:ext cx="1120631" cy="504023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127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127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127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0D2E22-699D-C2D4-1E80-3D6268B1AB3A}"/>
              </a:ext>
            </a:extLst>
          </p:cNvPr>
          <p:cNvSpPr/>
          <p:nvPr userDrawn="1"/>
        </p:nvSpPr>
        <p:spPr>
          <a:xfrm>
            <a:off x="-1257300" y="2946400"/>
            <a:ext cx="1120631" cy="504023"/>
          </a:xfrm>
          <a:prstGeom prst="rect">
            <a:avLst/>
          </a:prstGeom>
          <a:solidFill>
            <a:srgbClr val="85C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133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194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37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C897B0-0267-AF10-2D5D-492A7AE2BEF0}"/>
              </a:ext>
            </a:extLst>
          </p:cNvPr>
          <p:cNvSpPr/>
          <p:nvPr userDrawn="1"/>
        </p:nvSpPr>
        <p:spPr>
          <a:xfrm>
            <a:off x="-1257300" y="3606800"/>
            <a:ext cx="1120631" cy="504023"/>
          </a:xfrm>
          <a:prstGeom prst="rect">
            <a:avLst/>
          </a:prstGeom>
          <a:solidFill>
            <a:srgbClr val="F9C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249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193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C3D612-320F-C200-800B-1EEBC94181DA}"/>
              </a:ext>
            </a:extLst>
          </p:cNvPr>
          <p:cNvSpPr/>
          <p:nvPr userDrawn="1"/>
        </p:nvSpPr>
        <p:spPr>
          <a:xfrm>
            <a:off x="-1257008" y="6252524"/>
            <a:ext cx="1120631" cy="5040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b="1">
                <a:solidFill>
                  <a:schemeClr val="tx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235</a:t>
            </a:r>
          </a:p>
          <a:p>
            <a:pPr lvl="0" algn="ctr"/>
            <a:r>
              <a:rPr lang="en-US" sz="1000" b="1">
                <a:solidFill>
                  <a:schemeClr val="tx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235</a:t>
            </a:r>
          </a:p>
          <a:p>
            <a:pPr lvl="0" algn="ctr"/>
            <a:r>
              <a:rPr lang="en-US" sz="1000" b="1">
                <a:solidFill>
                  <a:schemeClr val="tx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235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90CED4-EF51-503A-C0C8-FE0343A3B66F}"/>
              </a:ext>
            </a:extLst>
          </p:cNvPr>
          <p:cNvSpPr/>
          <p:nvPr userDrawn="1"/>
        </p:nvSpPr>
        <p:spPr>
          <a:xfrm>
            <a:off x="-1257008" y="2278341"/>
            <a:ext cx="1120631" cy="504023"/>
          </a:xfrm>
          <a:prstGeom prst="rect">
            <a:avLst/>
          </a:prstGeom>
          <a:solidFill>
            <a:srgbClr val="0EB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14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186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241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441994-09DF-0A93-D781-973DE5EEBF44}"/>
              </a:ext>
            </a:extLst>
          </p:cNvPr>
          <p:cNvSpPr txBox="1"/>
          <p:nvPr userDrawn="1"/>
        </p:nvSpPr>
        <p:spPr>
          <a:xfrm>
            <a:off x="-1240050" y="2004712"/>
            <a:ext cx="10867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tx1"/>
                </a:solidFill>
                <a:latin typeface="Montserrat" panose="00000500000000000000" pitchFamily="2" charset="0"/>
              </a:rPr>
              <a:t>Other Colors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FFA4D2-60D8-F13D-DDAC-6A18F18D3A06}"/>
              </a:ext>
            </a:extLst>
          </p:cNvPr>
          <p:cNvSpPr/>
          <p:nvPr userDrawn="1"/>
        </p:nvSpPr>
        <p:spPr>
          <a:xfrm>
            <a:off x="-1257008" y="1305519"/>
            <a:ext cx="1120631" cy="50402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0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0</a:t>
            </a:r>
          </a:p>
          <a:p>
            <a:pPr lvl="0" algn="ctr"/>
            <a:r>
              <a:rPr lang="en-US" sz="10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716433-1053-C65E-9527-EE4072A39DF7}"/>
              </a:ext>
            </a:extLst>
          </p:cNvPr>
          <p:cNvSpPr txBox="1"/>
          <p:nvPr userDrawn="1"/>
        </p:nvSpPr>
        <p:spPr>
          <a:xfrm>
            <a:off x="-1240050" y="988069"/>
            <a:ext cx="1086714" cy="307777"/>
          </a:xfrm>
          <a:prstGeom prst="rect">
            <a:avLst/>
          </a:prstGeom>
          <a:noFill/>
        </p:spPr>
        <p:txBody>
          <a:bodyPr wrap="square" lIns="0" tIns="91440" rIns="0" rtlCol="0">
            <a:spAutoFit/>
          </a:bodyPr>
          <a:lstStyle/>
          <a:p>
            <a:pPr algn="ctr"/>
            <a:r>
              <a:rPr lang="en-US" sz="1100">
                <a:solidFill>
                  <a:schemeClr val="tx1"/>
                </a:solidFill>
                <a:latin typeface="Montserrat" panose="00000500000000000000" pitchFamily="2" charset="0"/>
              </a:rPr>
              <a:t>Graph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78F24-7543-7A35-15DE-0049ADB5E5FC}"/>
              </a:ext>
            </a:extLst>
          </p:cNvPr>
          <p:cNvSpPr/>
          <p:nvPr userDrawn="1"/>
        </p:nvSpPr>
        <p:spPr>
          <a:xfrm rot="16200000">
            <a:off x="6077711" y="743713"/>
            <a:ext cx="36576" cy="12191998"/>
          </a:xfrm>
          <a:prstGeom prst="rect">
            <a:avLst/>
          </a:prstGeom>
          <a:gradFill flip="none" rotWithShape="1">
            <a:gsLst>
              <a:gs pos="26000">
                <a:schemeClr val="accent1"/>
              </a:gs>
              <a:gs pos="100000">
                <a:schemeClr val="accent4"/>
              </a:gs>
              <a:gs pos="82000">
                <a:schemeClr val="accent3"/>
              </a:gs>
              <a:gs pos="64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9;p1">
            <a:extLst>
              <a:ext uri="{FF2B5EF4-FFF2-40B4-BE49-F238E27FC236}">
                <a16:creationId xmlns:a16="http://schemas.microsoft.com/office/drawing/2014/main" id="{B3AFDEF7-5276-56D5-D859-1177DBDFF8C6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629294" y="6470997"/>
            <a:ext cx="1410306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buNone/>
              <a:defRPr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>
              <a:spcAft>
                <a:spcPts val="300"/>
              </a:spcAft>
            </a:pPr>
            <a:fld id="{00000000-1234-1234-1234-123412341234}" type="slidenum">
              <a:rPr lang="en-US" sz="1000" smtClean="0"/>
              <a:pPr>
                <a:spcAft>
                  <a:spcPts val="300"/>
                </a:spcAft>
              </a:pPr>
              <a:t>‹#›</a:t>
            </a:fld>
            <a:endParaRPr lang="en-US" sz="1000" b="0"/>
          </a:p>
          <a:p>
            <a:r>
              <a:rPr lang="en-US" sz="700" b="0"/>
              <a:t>Proprietary &amp; Confidential</a:t>
            </a: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60850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4" r:id="rId2"/>
    <p:sldLayoutId id="2147483793" r:id="rId3"/>
    <p:sldLayoutId id="2147483817" r:id="rId4"/>
    <p:sldLayoutId id="2147483818" r:id="rId5"/>
    <p:sldLayoutId id="2147483819" r:id="rId6"/>
    <p:sldLayoutId id="2147483821" r:id="rId7"/>
    <p:sldLayoutId id="2147483822" r:id="rId8"/>
    <p:sldLayoutId id="2147483823" r:id="rId9"/>
    <p:sldLayoutId id="2147483830" r:id="rId10"/>
    <p:sldLayoutId id="2147483832" r:id="rId11"/>
  </p:sldLayoutIdLst>
  <p:transition spd="slow">
    <p:cover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32" userDrawn="1">
          <p15:clr>
            <a:srgbClr val="F26B43"/>
          </p15:clr>
        </p15:guide>
        <p15:guide id="2" pos="7584" userDrawn="1">
          <p15:clr>
            <a:srgbClr val="F26B43"/>
          </p15:clr>
        </p15:guide>
        <p15:guide id="3" pos="96" userDrawn="1">
          <p15:clr>
            <a:srgbClr val="F26B43"/>
          </p15:clr>
        </p15:guide>
        <p15:guide id="4" orient="horz" pos="334" userDrawn="1">
          <p15:clr>
            <a:srgbClr val="F26B43"/>
          </p15:clr>
        </p15:guide>
        <p15:guide id="5" orient="horz" pos="436" userDrawn="1">
          <p15:clr>
            <a:srgbClr val="F26B43"/>
          </p15:clr>
        </p15:guide>
        <p15:guide id="6" orient="horz" pos="816" userDrawn="1">
          <p15:clr>
            <a:srgbClr val="F26B43"/>
          </p15:clr>
        </p15:guide>
        <p15:guide id="7" orient="horz" pos="2272" userDrawn="1">
          <p15:clr>
            <a:srgbClr val="F26B43"/>
          </p15:clr>
        </p15:guide>
        <p15:guide id="8" pos="3952" userDrawn="1">
          <p15:clr>
            <a:srgbClr val="F26B43"/>
          </p15:clr>
        </p15:guide>
        <p15:guide id="9" orient="horz" pos="2496" userDrawn="1">
          <p15:clr>
            <a:srgbClr val="F26B43"/>
          </p15:clr>
        </p15:guide>
        <p15:guide id="10" pos="3736" userDrawn="1">
          <p15:clr>
            <a:srgbClr val="F26B43"/>
          </p15:clr>
        </p15:guide>
        <p15:guide id="11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4CC4-E70A-E609-BB73-BA78FC33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4B5C31-F950-A4BC-C377-F80C4EF441C5}"/>
              </a:ext>
            </a:extLst>
          </p:cNvPr>
          <p:cNvSpPr txBox="1"/>
          <p:nvPr/>
        </p:nvSpPr>
        <p:spPr>
          <a:xfrm>
            <a:off x="132222" y="397491"/>
            <a:ext cx="1205899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i="1" dirty="0">
                <a:solidFill>
                  <a:srgbClr val="0EBAF1"/>
                </a:solidFill>
                <a:latin typeface="Inter"/>
              </a:rPr>
              <a:t>Context Hub provides a single Semantic + Knowledge Base + Knowledge Layer which will help provide various skills for operations &amp; Enable FDE operations</a:t>
            </a:r>
            <a:endParaRPr lang="en-US" sz="1200" i="1" dirty="0">
              <a:solidFill>
                <a:srgbClr val="0EBAF1"/>
              </a:solidFill>
              <a:latin typeface="Inter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3CA6E39-7776-5B36-72D6-D17824028018}"/>
              </a:ext>
            </a:extLst>
          </p:cNvPr>
          <p:cNvSpPr txBox="1">
            <a:spLocks/>
          </p:cNvSpPr>
          <p:nvPr/>
        </p:nvSpPr>
        <p:spPr>
          <a:xfrm>
            <a:off x="95251" y="11839"/>
            <a:ext cx="10831143" cy="5395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>
                <a:solidFill>
                  <a:schemeClr val="tx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GB" sz="2400" dirty="0">
                <a:gradFill flip="none">
                  <a:gsLst>
                    <a:gs pos="0">
                      <a:srgbClr val="0EBAF1"/>
                    </a:gs>
                    <a:gs pos="35000">
                      <a:srgbClr val="85C225"/>
                    </a:gs>
                    <a:gs pos="70000">
                      <a:srgbClr val="F9C100"/>
                    </a:gs>
                    <a:gs pos="100000">
                      <a:srgbClr val="ED252C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ptos"/>
                <a:cs typeface="Arial"/>
              </a:rPr>
              <a:t> Context Hub – A Layer to Enhance IT Productivity by 50-70%</a:t>
            </a:r>
            <a:endParaRPr lang="en-US" dirty="0"/>
          </a:p>
        </p:txBody>
      </p:sp>
      <p:sp>
        <p:nvSpPr>
          <p:cNvPr id="399" name="Shape 4">
            <a:extLst>
              <a:ext uri="{FF2B5EF4-FFF2-40B4-BE49-F238E27FC236}">
                <a16:creationId xmlns:a16="http://schemas.microsoft.com/office/drawing/2014/main" id="{759779F9-D97F-3048-5211-9D0860E6D959}"/>
              </a:ext>
            </a:extLst>
          </p:cNvPr>
          <p:cNvSpPr/>
          <p:nvPr/>
        </p:nvSpPr>
        <p:spPr>
          <a:xfrm>
            <a:off x="196973" y="951984"/>
            <a:ext cx="2011680" cy="907127"/>
          </a:xfrm>
          <a:prstGeom prst="roundRect">
            <a:avLst>
              <a:gd name="adj" fmla="val 5738"/>
            </a:avLst>
          </a:prstGeom>
          <a:solidFill>
            <a:srgbClr val="1338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00" name="Text 5">
            <a:extLst>
              <a:ext uri="{FF2B5EF4-FFF2-40B4-BE49-F238E27FC236}">
                <a16:creationId xmlns:a16="http://schemas.microsoft.com/office/drawing/2014/main" id="{CE965930-B5F4-C91F-C771-1D59716EE077}"/>
              </a:ext>
            </a:extLst>
          </p:cNvPr>
          <p:cNvSpPr/>
          <p:nvPr/>
        </p:nvSpPr>
        <p:spPr>
          <a:xfrm>
            <a:off x="324989" y="102513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1" i="0" u="none" strike="noStrike" kern="0" cap="none" spc="4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OPERATIONAL SOURCES</a:t>
            </a:r>
            <a:endParaRPr kumimoji="0" lang="en-US" sz="78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401" name="Image 0" descr="preencoded.png">
            <a:extLst>
              <a:ext uri="{FF2B5EF4-FFF2-40B4-BE49-F238E27FC236}">
                <a16:creationId xmlns:a16="http://schemas.microsoft.com/office/drawing/2014/main" id="{B11408AF-66EE-FF64-7246-E081AC7CC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89" y="1281168"/>
            <a:ext cx="146304" cy="146304"/>
          </a:xfrm>
          <a:prstGeom prst="rect">
            <a:avLst/>
          </a:prstGeom>
        </p:spPr>
      </p:pic>
      <p:sp>
        <p:nvSpPr>
          <p:cNvPr id="402" name="Text 6">
            <a:extLst>
              <a:ext uri="{FF2B5EF4-FFF2-40B4-BE49-F238E27FC236}">
                <a16:creationId xmlns:a16="http://schemas.microsoft.com/office/drawing/2014/main" id="{0C7BE890-6D98-3C1C-1839-9C93BAB65E53}"/>
              </a:ext>
            </a:extLst>
          </p:cNvPr>
          <p:cNvSpPr/>
          <p:nvPr/>
        </p:nvSpPr>
        <p:spPr>
          <a:xfrm>
            <a:off x="526157" y="12537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MDM</a:t>
            </a:r>
            <a:endParaRPr kumimoji="0" lang="en-US" sz="83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403" name="Image 1" descr="preencoded.png">
            <a:extLst>
              <a:ext uri="{FF2B5EF4-FFF2-40B4-BE49-F238E27FC236}">
                <a16:creationId xmlns:a16="http://schemas.microsoft.com/office/drawing/2014/main" id="{4666C8E7-008E-8EB4-8CD5-F787B1C1F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89" y="1444436"/>
            <a:ext cx="146304" cy="146304"/>
          </a:xfrm>
          <a:prstGeom prst="rect">
            <a:avLst/>
          </a:prstGeom>
        </p:spPr>
      </p:pic>
      <p:sp>
        <p:nvSpPr>
          <p:cNvPr id="404" name="Text 7">
            <a:extLst>
              <a:ext uri="{FF2B5EF4-FFF2-40B4-BE49-F238E27FC236}">
                <a16:creationId xmlns:a16="http://schemas.microsoft.com/office/drawing/2014/main" id="{B79440D3-A535-4F0D-E21E-2BACFB7C7215}"/>
              </a:ext>
            </a:extLst>
          </p:cNvPr>
          <p:cNvSpPr/>
          <p:nvPr/>
        </p:nvSpPr>
        <p:spPr>
          <a:xfrm>
            <a:off x="526157" y="14170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405" name="Image 2" descr="preencoded.png">
            <a:extLst>
              <a:ext uri="{FF2B5EF4-FFF2-40B4-BE49-F238E27FC236}">
                <a16:creationId xmlns:a16="http://schemas.microsoft.com/office/drawing/2014/main" id="{CC735288-E9B8-79E8-169F-9BFFC970D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89" y="1647460"/>
            <a:ext cx="146304" cy="146304"/>
          </a:xfrm>
          <a:prstGeom prst="rect">
            <a:avLst/>
          </a:prstGeom>
        </p:spPr>
      </p:pic>
      <p:sp>
        <p:nvSpPr>
          <p:cNvPr id="406" name="Text 8">
            <a:extLst>
              <a:ext uri="{FF2B5EF4-FFF2-40B4-BE49-F238E27FC236}">
                <a16:creationId xmlns:a16="http://schemas.microsoft.com/office/drawing/2014/main" id="{1EB96D6C-0757-089A-67FC-3BE9395950A0}"/>
              </a:ext>
            </a:extLst>
          </p:cNvPr>
          <p:cNvSpPr/>
          <p:nvPr/>
        </p:nvSpPr>
        <p:spPr>
          <a:xfrm>
            <a:off x="526157" y="16200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/ Admin Systems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09" name="Shape 10">
            <a:extLst>
              <a:ext uri="{FF2B5EF4-FFF2-40B4-BE49-F238E27FC236}">
                <a16:creationId xmlns:a16="http://schemas.microsoft.com/office/drawing/2014/main" id="{80245910-B18E-A1B8-61A7-48A246441DFC}"/>
              </a:ext>
            </a:extLst>
          </p:cNvPr>
          <p:cNvSpPr/>
          <p:nvPr/>
        </p:nvSpPr>
        <p:spPr>
          <a:xfrm>
            <a:off x="196073" y="1881736"/>
            <a:ext cx="2011680" cy="918259"/>
          </a:xfrm>
          <a:prstGeom prst="roundRect">
            <a:avLst>
              <a:gd name="adj" fmla="val 5224"/>
            </a:avLst>
          </a:prstGeom>
          <a:solidFill>
            <a:srgbClr val="1338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10" name="Text 11">
            <a:extLst>
              <a:ext uri="{FF2B5EF4-FFF2-40B4-BE49-F238E27FC236}">
                <a16:creationId xmlns:a16="http://schemas.microsoft.com/office/drawing/2014/main" id="{889CE280-F80A-1E4A-5511-7721DA2498C8}"/>
              </a:ext>
            </a:extLst>
          </p:cNvPr>
          <p:cNvSpPr/>
          <p:nvPr/>
        </p:nvSpPr>
        <p:spPr>
          <a:xfrm>
            <a:off x="324089" y="195488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1" i="0" u="none" strike="noStrike" kern="0" cap="none" spc="4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BI SOURCES</a:t>
            </a:r>
            <a:endParaRPr kumimoji="0" lang="en-US" sz="78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11" name="Text 12">
            <a:extLst>
              <a:ext uri="{FF2B5EF4-FFF2-40B4-BE49-F238E27FC236}">
                <a16:creationId xmlns:a16="http://schemas.microsoft.com/office/drawing/2014/main" id="{D30F0B3E-0BFB-EC7E-D8E5-6A0FC940968A}"/>
              </a:ext>
            </a:extLst>
          </p:cNvPr>
          <p:cNvSpPr/>
          <p:nvPr/>
        </p:nvSpPr>
        <p:spPr>
          <a:xfrm>
            <a:off x="342377" y="2104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Objects (BO)</a:t>
            </a:r>
            <a:endParaRPr kumimoji="0" lang="en-US" sz="81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12" name="Text 13">
            <a:extLst>
              <a:ext uri="{FF2B5EF4-FFF2-40B4-BE49-F238E27FC236}">
                <a16:creationId xmlns:a16="http://schemas.microsoft.com/office/drawing/2014/main" id="{E7290A17-E263-0C8E-6923-48BC4DB110B8}"/>
              </a:ext>
            </a:extLst>
          </p:cNvPr>
          <p:cNvSpPr/>
          <p:nvPr/>
        </p:nvSpPr>
        <p:spPr>
          <a:xfrm>
            <a:off x="342377" y="22667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Tableau</a:t>
            </a:r>
            <a:endParaRPr kumimoji="0" lang="en-US" sz="81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13" name="Text 14">
            <a:extLst>
              <a:ext uri="{FF2B5EF4-FFF2-40B4-BE49-F238E27FC236}">
                <a16:creationId xmlns:a16="http://schemas.microsoft.com/office/drawing/2014/main" id="{084B8D36-38DC-3B7F-DC96-B6BAC400267A}"/>
              </a:ext>
            </a:extLst>
          </p:cNvPr>
          <p:cNvSpPr/>
          <p:nvPr/>
        </p:nvSpPr>
        <p:spPr>
          <a:xfrm>
            <a:off x="342377" y="24286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QuickSight</a:t>
            </a:r>
            <a:endParaRPr kumimoji="0" lang="en-US" sz="81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14" name="Text 15">
            <a:extLst>
              <a:ext uri="{FF2B5EF4-FFF2-40B4-BE49-F238E27FC236}">
                <a16:creationId xmlns:a16="http://schemas.microsoft.com/office/drawing/2014/main" id="{4D8D8173-9B0C-FAF4-3FBE-4697B57E4A6E}"/>
              </a:ext>
            </a:extLst>
          </p:cNvPr>
          <p:cNvSpPr/>
          <p:nvPr/>
        </p:nvSpPr>
        <p:spPr>
          <a:xfrm>
            <a:off x="342377" y="2590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SSRS</a:t>
            </a:r>
            <a:endParaRPr kumimoji="0" lang="en-US" sz="81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15" name="Shape 17">
            <a:extLst>
              <a:ext uri="{FF2B5EF4-FFF2-40B4-BE49-F238E27FC236}">
                <a16:creationId xmlns:a16="http://schemas.microsoft.com/office/drawing/2014/main" id="{F0F87E4D-486B-3764-B0DB-3749B59C8031}"/>
              </a:ext>
            </a:extLst>
          </p:cNvPr>
          <p:cNvSpPr/>
          <p:nvPr/>
        </p:nvSpPr>
        <p:spPr>
          <a:xfrm>
            <a:off x="173677" y="3671639"/>
            <a:ext cx="2011680" cy="979232"/>
          </a:xfrm>
          <a:prstGeom prst="roundRect">
            <a:avLst>
              <a:gd name="adj" fmla="val 3182"/>
            </a:avLst>
          </a:prstGeom>
          <a:solidFill>
            <a:srgbClr val="0A2540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16" name="Text 18">
            <a:extLst>
              <a:ext uri="{FF2B5EF4-FFF2-40B4-BE49-F238E27FC236}">
                <a16:creationId xmlns:a16="http://schemas.microsoft.com/office/drawing/2014/main" id="{9B1C0A46-DD41-6C1D-9623-019D7A4F3CD0}"/>
              </a:ext>
            </a:extLst>
          </p:cNvPr>
          <p:cNvSpPr/>
          <p:nvPr/>
        </p:nvSpPr>
        <p:spPr>
          <a:xfrm>
            <a:off x="252443" y="3613942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1" i="0" u="none" strike="noStrike" kern="0" cap="none" spc="30" normalizeH="0" baseline="0" noProof="0">
                <a:ln>
                  <a:noFill/>
                </a:ln>
                <a:solidFill>
                  <a:srgbClr val="C9A22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MODELING SOURCES</a:t>
            </a:r>
            <a:endParaRPr kumimoji="0" lang="en-US" sz="78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417" name="Image 3" descr="preencoded.png">
            <a:extLst>
              <a:ext uri="{FF2B5EF4-FFF2-40B4-BE49-F238E27FC236}">
                <a16:creationId xmlns:a16="http://schemas.microsoft.com/office/drawing/2014/main" id="{138DA313-F8A9-AD99-984F-8B80A76A4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167" y="3872556"/>
            <a:ext cx="182880" cy="182880"/>
          </a:xfrm>
          <a:prstGeom prst="rect">
            <a:avLst/>
          </a:prstGeom>
        </p:spPr>
      </p:pic>
      <p:sp>
        <p:nvSpPr>
          <p:cNvPr id="418" name="Text 19">
            <a:extLst>
              <a:ext uri="{FF2B5EF4-FFF2-40B4-BE49-F238E27FC236}">
                <a16:creationId xmlns:a16="http://schemas.microsoft.com/office/drawing/2014/main" id="{D781A944-CEB9-58CD-F2B7-9903090CB30C}"/>
              </a:ext>
            </a:extLst>
          </p:cNvPr>
          <p:cNvSpPr/>
          <p:nvPr/>
        </p:nvSpPr>
        <p:spPr>
          <a:xfrm>
            <a:off x="526911" y="3854269"/>
            <a:ext cx="1517904" cy="44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0" b="0" i="0" u="none" strike="noStrike" kern="1200" cap="none" spc="0" normalizeH="0" baseline="0" noProof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metadata (Unity Catalog) + business glossary &amp; semantic domains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419" name="Image 4" descr="preencoded.png">
            <a:extLst>
              <a:ext uri="{FF2B5EF4-FFF2-40B4-BE49-F238E27FC236}">
                <a16:creationId xmlns:a16="http://schemas.microsoft.com/office/drawing/2014/main" id="{73302F4F-37D6-ED04-758F-53E3A6613C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167" y="4331385"/>
            <a:ext cx="182880" cy="182880"/>
          </a:xfrm>
          <a:prstGeom prst="rect">
            <a:avLst/>
          </a:prstGeom>
        </p:spPr>
      </p:pic>
      <p:sp>
        <p:nvSpPr>
          <p:cNvPr id="420" name="Text 20">
            <a:extLst>
              <a:ext uri="{FF2B5EF4-FFF2-40B4-BE49-F238E27FC236}">
                <a16:creationId xmlns:a16="http://schemas.microsoft.com/office/drawing/2014/main" id="{4CFB9093-9497-070E-3DA5-9629EF851503}"/>
              </a:ext>
            </a:extLst>
          </p:cNvPr>
          <p:cNvSpPr/>
          <p:nvPr/>
        </p:nvSpPr>
        <p:spPr>
          <a:xfrm>
            <a:off x="535199" y="427832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Erwin Data Models
</a:t>
            </a:r>
            <a:r>
              <a:rPr kumimoji="0" lang="en-US" sz="740" b="0" i="1" u="none" strike="noStrike" kern="1200" cap="none" spc="0" normalizeH="0" baseline="0" noProof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Feeds the governance &amp; semantic layer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24" name="Shape 10">
            <a:extLst>
              <a:ext uri="{FF2B5EF4-FFF2-40B4-BE49-F238E27FC236}">
                <a16:creationId xmlns:a16="http://schemas.microsoft.com/office/drawing/2014/main" id="{77EFD8C0-8D7C-F38E-B5E3-BF861E0AE0D3}"/>
              </a:ext>
            </a:extLst>
          </p:cNvPr>
          <p:cNvSpPr/>
          <p:nvPr/>
        </p:nvSpPr>
        <p:spPr>
          <a:xfrm>
            <a:off x="191965" y="2834152"/>
            <a:ext cx="2011680" cy="796447"/>
          </a:xfrm>
          <a:prstGeom prst="roundRect">
            <a:avLst>
              <a:gd name="adj" fmla="val 5224"/>
            </a:avLst>
          </a:prstGeom>
          <a:solidFill>
            <a:srgbClr val="1338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25" name="Text 11">
            <a:extLst>
              <a:ext uri="{FF2B5EF4-FFF2-40B4-BE49-F238E27FC236}">
                <a16:creationId xmlns:a16="http://schemas.microsoft.com/office/drawing/2014/main" id="{DBD9947F-AECE-1028-46A8-183E876F6581}"/>
              </a:ext>
            </a:extLst>
          </p:cNvPr>
          <p:cNvSpPr/>
          <p:nvPr/>
        </p:nvSpPr>
        <p:spPr>
          <a:xfrm>
            <a:off x="255825" y="2852187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b="1" i="0" u="none" strike="noStrike" kern="0" cap="none" spc="4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/ Execution Metadata</a:t>
            </a:r>
            <a:endParaRPr kumimoji="0" lang="en-US" sz="78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26" name="Text 12">
            <a:extLst>
              <a:ext uri="{FF2B5EF4-FFF2-40B4-BE49-F238E27FC236}">
                <a16:creationId xmlns:a16="http://schemas.microsoft.com/office/drawing/2014/main" id="{E8158B83-2031-C1CC-F026-DE84E4F026A2}"/>
              </a:ext>
            </a:extLst>
          </p:cNvPr>
          <p:cNvSpPr/>
          <p:nvPr/>
        </p:nvSpPr>
        <p:spPr>
          <a:xfrm>
            <a:off x="274113" y="313991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DQ Rules / Results</a:t>
            </a:r>
            <a:endParaRPr kumimoji="0" lang="en-US" sz="81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27" name="Text 12">
            <a:extLst>
              <a:ext uri="{FF2B5EF4-FFF2-40B4-BE49-F238E27FC236}">
                <a16:creationId xmlns:a16="http://schemas.microsoft.com/office/drawing/2014/main" id="{C98C220C-55E5-9461-11BA-4C8BE8B332AF}"/>
              </a:ext>
            </a:extLst>
          </p:cNvPr>
          <p:cNvSpPr/>
          <p:nvPr/>
        </p:nvSpPr>
        <p:spPr>
          <a:xfrm>
            <a:off x="261587" y="327841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Run time Execution Logs / Results</a:t>
            </a:r>
            <a:endParaRPr kumimoji="0" lang="en-US" sz="81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28" name="Text 12">
            <a:extLst>
              <a:ext uri="{FF2B5EF4-FFF2-40B4-BE49-F238E27FC236}">
                <a16:creationId xmlns:a16="http://schemas.microsoft.com/office/drawing/2014/main" id="{EC21189F-D1CE-C6E6-CE34-F6026FBAC04B}"/>
              </a:ext>
            </a:extLst>
          </p:cNvPr>
          <p:cNvSpPr/>
          <p:nvPr/>
        </p:nvSpPr>
        <p:spPr>
          <a:xfrm>
            <a:off x="263675" y="344334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Errors logs / Incidents</a:t>
            </a:r>
            <a:endParaRPr kumimoji="0" lang="en-US" sz="81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29" name="Text 12">
            <a:extLst>
              <a:ext uri="{FF2B5EF4-FFF2-40B4-BE49-F238E27FC236}">
                <a16:creationId xmlns:a16="http://schemas.microsoft.com/office/drawing/2014/main" id="{C34D618A-868A-548E-7875-168CEA9C4CA2}"/>
              </a:ext>
            </a:extLst>
          </p:cNvPr>
          <p:cNvSpPr/>
          <p:nvPr/>
        </p:nvSpPr>
        <p:spPr>
          <a:xfrm>
            <a:off x="270798" y="297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rgbClr val="CDE3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Data Lineage</a:t>
            </a:r>
            <a:endParaRPr kumimoji="0" lang="en-US" sz="81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30" name="Shape 17">
            <a:extLst>
              <a:ext uri="{FF2B5EF4-FFF2-40B4-BE49-F238E27FC236}">
                <a16:creationId xmlns:a16="http://schemas.microsoft.com/office/drawing/2014/main" id="{407B467B-5A62-48C3-1316-04F88E7DCB95}"/>
              </a:ext>
            </a:extLst>
          </p:cNvPr>
          <p:cNvSpPr/>
          <p:nvPr/>
        </p:nvSpPr>
        <p:spPr>
          <a:xfrm>
            <a:off x="191965" y="5370432"/>
            <a:ext cx="2011680" cy="280392"/>
          </a:xfrm>
          <a:prstGeom prst="roundRect">
            <a:avLst>
              <a:gd name="adj" fmla="val 3182"/>
            </a:avLst>
          </a:prstGeom>
          <a:solidFill>
            <a:srgbClr val="0A2540"/>
          </a:solidFill>
          <a:ln w="15875">
            <a:solidFill>
              <a:srgbClr val="C9A227"/>
            </a:solidFill>
            <a:prstDash val="solid"/>
          </a:ln>
        </p:spPr>
        <p:txBody>
          <a:bodyPr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chemeClr val="bg1"/>
                </a:solidFill>
                <a:latin typeface="Effra"/>
              </a:rPr>
              <a:t>Jira Sources </a:t>
            </a:r>
          </a:p>
        </p:txBody>
      </p:sp>
      <p:sp>
        <p:nvSpPr>
          <p:cNvPr id="431" name="Shape 17">
            <a:extLst>
              <a:ext uri="{FF2B5EF4-FFF2-40B4-BE49-F238E27FC236}">
                <a16:creationId xmlns:a16="http://schemas.microsoft.com/office/drawing/2014/main" id="{A1FFDFBC-4C81-7C9A-82DD-D1E90EE816C3}"/>
              </a:ext>
            </a:extLst>
          </p:cNvPr>
          <p:cNvSpPr/>
          <p:nvPr/>
        </p:nvSpPr>
        <p:spPr>
          <a:xfrm>
            <a:off x="191965" y="5684152"/>
            <a:ext cx="2011680" cy="291837"/>
          </a:xfrm>
          <a:prstGeom prst="roundRect">
            <a:avLst>
              <a:gd name="adj" fmla="val 3182"/>
            </a:avLst>
          </a:prstGeom>
          <a:solidFill>
            <a:srgbClr val="0A2540"/>
          </a:solidFill>
          <a:ln w="15875">
            <a:solidFill>
              <a:srgbClr val="C9A227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Effra"/>
              </a:rPr>
              <a:t>GIT Repo</a:t>
            </a:r>
          </a:p>
        </p:txBody>
      </p:sp>
      <p:sp>
        <p:nvSpPr>
          <p:cNvPr id="432" name="Shape 17">
            <a:extLst>
              <a:ext uri="{FF2B5EF4-FFF2-40B4-BE49-F238E27FC236}">
                <a16:creationId xmlns:a16="http://schemas.microsoft.com/office/drawing/2014/main" id="{D1987FD4-1130-32A0-5A71-FEB299176C64}"/>
              </a:ext>
            </a:extLst>
          </p:cNvPr>
          <p:cNvSpPr/>
          <p:nvPr/>
        </p:nvSpPr>
        <p:spPr>
          <a:xfrm>
            <a:off x="191965" y="6003496"/>
            <a:ext cx="2011680" cy="271267"/>
          </a:xfrm>
          <a:prstGeom prst="roundRect">
            <a:avLst>
              <a:gd name="adj" fmla="val 3182"/>
            </a:avLst>
          </a:prstGeom>
          <a:solidFill>
            <a:srgbClr val="0A2540"/>
          </a:solidFill>
          <a:ln w="15875">
            <a:solidFill>
              <a:srgbClr val="C9A227"/>
            </a:solidFill>
            <a:prstDash val="solid"/>
          </a:ln>
        </p:spPr>
        <p:txBody>
          <a:bodyPr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chemeClr val="bg1"/>
                </a:solidFill>
                <a:latin typeface="Effra"/>
              </a:rPr>
              <a:t>QA Repo</a:t>
            </a:r>
          </a:p>
        </p:txBody>
      </p:sp>
      <p:sp>
        <p:nvSpPr>
          <p:cNvPr id="433" name="Shape 17">
            <a:extLst>
              <a:ext uri="{FF2B5EF4-FFF2-40B4-BE49-F238E27FC236}">
                <a16:creationId xmlns:a16="http://schemas.microsoft.com/office/drawing/2014/main" id="{067534B4-2617-744E-8E6D-FC4AA4E36D7B}"/>
              </a:ext>
            </a:extLst>
          </p:cNvPr>
          <p:cNvSpPr/>
          <p:nvPr/>
        </p:nvSpPr>
        <p:spPr>
          <a:xfrm>
            <a:off x="191965" y="6308738"/>
            <a:ext cx="2011680" cy="316464"/>
          </a:xfrm>
          <a:prstGeom prst="roundRect">
            <a:avLst>
              <a:gd name="adj" fmla="val 3182"/>
            </a:avLst>
          </a:prstGeom>
          <a:solidFill>
            <a:srgbClr val="0A2540"/>
          </a:solidFill>
          <a:ln w="15875">
            <a:solidFill>
              <a:srgbClr val="C9A227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Effra"/>
              </a:rPr>
              <a:t>DevOps / DevSecOps Repo</a:t>
            </a:r>
          </a:p>
        </p:txBody>
      </p:sp>
      <p:sp>
        <p:nvSpPr>
          <p:cNvPr id="434" name="Rounded Rectangle 433">
            <a:extLst>
              <a:ext uri="{FF2B5EF4-FFF2-40B4-BE49-F238E27FC236}">
                <a16:creationId xmlns:a16="http://schemas.microsoft.com/office/drawing/2014/main" id="{69EF7C57-ABE8-F1F1-797D-7BCA74A61CB1}"/>
              </a:ext>
            </a:extLst>
          </p:cNvPr>
          <p:cNvSpPr/>
          <p:nvPr/>
        </p:nvSpPr>
        <p:spPr>
          <a:xfrm>
            <a:off x="95251" y="693429"/>
            <a:ext cx="2237132" cy="4077353"/>
          </a:xfrm>
          <a:prstGeom prst="roundRect">
            <a:avLst>
              <a:gd name="adj" fmla="val 5515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FFFFFF"/>
              </a:solidFill>
              <a:latin typeface="Radnika Next" panose="00000500000000000000" pitchFamily="50" charset="0"/>
            </a:endParaRP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BA5C4A83-75ED-EA9C-60C0-885645E92B4A}"/>
              </a:ext>
            </a:extLst>
          </p:cNvPr>
          <p:cNvSpPr txBox="1"/>
          <p:nvPr/>
        </p:nvSpPr>
        <p:spPr>
          <a:xfrm>
            <a:off x="456609" y="691734"/>
            <a:ext cx="12538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Data Context</a:t>
            </a:r>
          </a:p>
        </p:txBody>
      </p:sp>
      <p:sp>
        <p:nvSpPr>
          <p:cNvPr id="436" name="Rounded Rectangle 435">
            <a:extLst>
              <a:ext uri="{FF2B5EF4-FFF2-40B4-BE49-F238E27FC236}">
                <a16:creationId xmlns:a16="http://schemas.microsoft.com/office/drawing/2014/main" id="{1D5620A9-8C0D-2CAA-C7D6-C9DBEBF61FF9}"/>
              </a:ext>
            </a:extLst>
          </p:cNvPr>
          <p:cNvSpPr/>
          <p:nvPr/>
        </p:nvSpPr>
        <p:spPr>
          <a:xfrm>
            <a:off x="94267" y="4835703"/>
            <a:ext cx="2237132" cy="1882388"/>
          </a:xfrm>
          <a:prstGeom prst="roundRect">
            <a:avLst>
              <a:gd name="adj" fmla="val 5515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FFFFFF"/>
              </a:solidFill>
              <a:latin typeface="Radnika Next" panose="00000500000000000000" pitchFamily="50" charset="0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6762DBF9-E562-1A51-05DE-FA60848B4776}"/>
              </a:ext>
            </a:extLst>
          </p:cNvPr>
          <p:cNvSpPr txBox="1"/>
          <p:nvPr/>
        </p:nvSpPr>
        <p:spPr>
          <a:xfrm>
            <a:off x="502088" y="4770332"/>
            <a:ext cx="1343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SDLC Context</a:t>
            </a:r>
          </a:p>
        </p:txBody>
      </p:sp>
      <p:sp>
        <p:nvSpPr>
          <p:cNvPr id="438" name="Shape 17">
            <a:extLst>
              <a:ext uri="{FF2B5EF4-FFF2-40B4-BE49-F238E27FC236}">
                <a16:creationId xmlns:a16="http://schemas.microsoft.com/office/drawing/2014/main" id="{B820EC25-528A-C03D-E076-D45D4DB6A407}"/>
              </a:ext>
            </a:extLst>
          </p:cNvPr>
          <p:cNvSpPr/>
          <p:nvPr/>
        </p:nvSpPr>
        <p:spPr>
          <a:xfrm>
            <a:off x="191965" y="5036055"/>
            <a:ext cx="2011680" cy="280392"/>
          </a:xfrm>
          <a:prstGeom prst="roundRect">
            <a:avLst>
              <a:gd name="adj" fmla="val 3182"/>
            </a:avLst>
          </a:prstGeom>
          <a:solidFill>
            <a:srgbClr val="0A2540"/>
          </a:solidFill>
          <a:ln w="15875">
            <a:solidFill>
              <a:srgbClr val="C9A227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Effra"/>
              </a:rPr>
              <a:t>Policy, Standards &amp; Procedures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7C76FFE7-79D8-1E88-CC13-68F435620E50}"/>
              </a:ext>
            </a:extLst>
          </p:cNvPr>
          <p:cNvSpPr txBox="1"/>
          <p:nvPr/>
        </p:nvSpPr>
        <p:spPr>
          <a:xfrm>
            <a:off x="2900756" y="764482"/>
            <a:ext cx="1407403" cy="32918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D3F5E"/>
                </a:solidFill>
                <a:effectLst/>
                <a:uLnTx/>
                <a:uFillTx/>
                <a:latin typeface="Effra"/>
                <a:ea typeface="+mn-ea"/>
                <a:cs typeface="+mn-cs"/>
              </a:rPr>
              <a:t>Crawling Agents</a:t>
            </a:r>
          </a:p>
        </p:txBody>
      </p:sp>
      <p:pic>
        <p:nvPicPr>
          <p:cNvPr id="440" name="Image 2" descr="preencoded.png">
            <a:extLst>
              <a:ext uri="{FF2B5EF4-FFF2-40B4-BE49-F238E27FC236}">
                <a16:creationId xmlns:a16="http://schemas.microsoft.com/office/drawing/2014/main" id="{C5FF1DD9-DDD0-19AC-ABC5-55A50B141E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8328" y="1030576"/>
            <a:ext cx="292608" cy="292608"/>
          </a:xfrm>
          <a:prstGeom prst="rect">
            <a:avLst/>
          </a:prstGeom>
        </p:spPr>
      </p:pic>
      <p:sp>
        <p:nvSpPr>
          <p:cNvPr id="441" name="Rounded Rectangle 440">
            <a:extLst>
              <a:ext uri="{FF2B5EF4-FFF2-40B4-BE49-F238E27FC236}">
                <a16:creationId xmlns:a16="http://schemas.microsoft.com/office/drawing/2014/main" id="{6686320E-985F-E517-B75F-C32E883AF08C}"/>
              </a:ext>
            </a:extLst>
          </p:cNvPr>
          <p:cNvSpPr/>
          <p:nvPr/>
        </p:nvSpPr>
        <p:spPr>
          <a:xfrm>
            <a:off x="2794355" y="1359760"/>
            <a:ext cx="1720553" cy="64992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3F5E"/>
                </a:solidFill>
                <a:effectLst/>
                <a:uLnTx/>
                <a:uFillTx/>
                <a:latin typeface="Effra"/>
                <a:ea typeface="+mn-ea"/>
                <a:cs typeface="+mn-cs"/>
              </a:rPr>
              <a:t>Technical Metadata*</a:t>
            </a:r>
          </a:p>
        </p:txBody>
      </p:sp>
      <p:pic>
        <p:nvPicPr>
          <p:cNvPr id="442" name="Image 2" descr="preencoded.png">
            <a:extLst>
              <a:ext uri="{FF2B5EF4-FFF2-40B4-BE49-F238E27FC236}">
                <a16:creationId xmlns:a16="http://schemas.microsoft.com/office/drawing/2014/main" id="{E316122F-F919-D85A-7049-6B7354D959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8328" y="2000999"/>
            <a:ext cx="292608" cy="292608"/>
          </a:xfrm>
          <a:prstGeom prst="rect">
            <a:avLst/>
          </a:prstGeom>
        </p:spPr>
      </p:pic>
      <p:sp>
        <p:nvSpPr>
          <p:cNvPr id="443" name="Rounded Rectangle 442">
            <a:extLst>
              <a:ext uri="{FF2B5EF4-FFF2-40B4-BE49-F238E27FC236}">
                <a16:creationId xmlns:a16="http://schemas.microsoft.com/office/drawing/2014/main" id="{BCFD5E6B-7E83-61F0-F9A2-E3F14B3FA5E8}"/>
              </a:ext>
            </a:extLst>
          </p:cNvPr>
          <p:cNvSpPr/>
          <p:nvPr/>
        </p:nvSpPr>
        <p:spPr>
          <a:xfrm>
            <a:off x="2794355" y="2330183"/>
            <a:ext cx="1720553" cy="57126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3F5E"/>
                </a:solidFill>
                <a:effectLst/>
                <a:uLnTx/>
                <a:uFillTx/>
                <a:latin typeface="Effra"/>
                <a:ea typeface="+mn-ea"/>
                <a:cs typeface="+mn-cs"/>
              </a:rPr>
              <a:t>Business Metadata*</a:t>
            </a:r>
          </a:p>
        </p:txBody>
      </p:sp>
      <p:pic>
        <p:nvPicPr>
          <p:cNvPr id="444" name="Image 2" descr="preencoded.png">
            <a:extLst>
              <a:ext uri="{FF2B5EF4-FFF2-40B4-BE49-F238E27FC236}">
                <a16:creationId xmlns:a16="http://schemas.microsoft.com/office/drawing/2014/main" id="{217A38B7-4A8E-429E-95F8-10C859D202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1188" y="2925334"/>
            <a:ext cx="292608" cy="292608"/>
          </a:xfrm>
          <a:prstGeom prst="rect">
            <a:avLst/>
          </a:prstGeom>
        </p:spPr>
      </p:pic>
      <p:sp>
        <p:nvSpPr>
          <p:cNvPr id="445" name="Rounded Rectangle 444">
            <a:extLst>
              <a:ext uri="{FF2B5EF4-FFF2-40B4-BE49-F238E27FC236}">
                <a16:creationId xmlns:a16="http://schemas.microsoft.com/office/drawing/2014/main" id="{B1C0ED7E-AFDB-CE6A-0B69-35F8DF2C1F92}"/>
              </a:ext>
            </a:extLst>
          </p:cNvPr>
          <p:cNvSpPr/>
          <p:nvPr/>
        </p:nvSpPr>
        <p:spPr>
          <a:xfrm>
            <a:off x="2787215" y="3254517"/>
            <a:ext cx="1720553" cy="61803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3F5E"/>
                </a:solidFill>
                <a:effectLst/>
                <a:uLnTx/>
                <a:uFillTx/>
                <a:latin typeface="Effra"/>
                <a:ea typeface="+mn-ea"/>
                <a:cs typeface="+mn-cs"/>
              </a:rPr>
              <a:t>Operational Metadata*</a:t>
            </a:r>
          </a:p>
        </p:txBody>
      </p:sp>
      <p:pic>
        <p:nvPicPr>
          <p:cNvPr id="446" name="Image 2" descr="preencoded.png">
            <a:extLst>
              <a:ext uri="{FF2B5EF4-FFF2-40B4-BE49-F238E27FC236}">
                <a16:creationId xmlns:a16="http://schemas.microsoft.com/office/drawing/2014/main" id="{E9FC95C5-E32A-BD28-0AC1-628E444A3B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8328" y="3884468"/>
            <a:ext cx="292608" cy="292608"/>
          </a:xfrm>
          <a:prstGeom prst="rect">
            <a:avLst/>
          </a:prstGeom>
        </p:spPr>
      </p:pic>
      <p:sp>
        <p:nvSpPr>
          <p:cNvPr id="447" name="Rounded Rectangle 446">
            <a:extLst>
              <a:ext uri="{FF2B5EF4-FFF2-40B4-BE49-F238E27FC236}">
                <a16:creationId xmlns:a16="http://schemas.microsoft.com/office/drawing/2014/main" id="{D6C8AF96-A70D-2187-AF40-222E09DB3A6D}"/>
              </a:ext>
            </a:extLst>
          </p:cNvPr>
          <p:cNvSpPr/>
          <p:nvPr/>
        </p:nvSpPr>
        <p:spPr>
          <a:xfrm>
            <a:off x="2794355" y="4213651"/>
            <a:ext cx="1720553" cy="61803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3F5E"/>
                </a:solidFill>
                <a:effectLst/>
                <a:uLnTx/>
                <a:uFillTx/>
                <a:latin typeface="Effra"/>
                <a:ea typeface="+mn-ea"/>
                <a:cs typeface="+mn-cs"/>
              </a:rPr>
              <a:t>Governance  Metadata</a:t>
            </a:r>
          </a:p>
        </p:txBody>
      </p:sp>
      <p:pic>
        <p:nvPicPr>
          <p:cNvPr id="452" name="Image 2" descr="preencoded.png">
            <a:extLst>
              <a:ext uri="{FF2B5EF4-FFF2-40B4-BE49-F238E27FC236}">
                <a16:creationId xmlns:a16="http://schemas.microsoft.com/office/drawing/2014/main" id="{19236794-AD39-7146-C9A2-7BA9189509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8328" y="4880202"/>
            <a:ext cx="292608" cy="292608"/>
          </a:xfrm>
          <a:prstGeom prst="rect">
            <a:avLst/>
          </a:prstGeom>
        </p:spPr>
      </p:pic>
      <p:sp>
        <p:nvSpPr>
          <p:cNvPr id="453" name="Rounded Rectangle 452">
            <a:extLst>
              <a:ext uri="{FF2B5EF4-FFF2-40B4-BE49-F238E27FC236}">
                <a16:creationId xmlns:a16="http://schemas.microsoft.com/office/drawing/2014/main" id="{AEE6DBF2-A796-BCD8-8F6F-D033CA472F42}"/>
              </a:ext>
            </a:extLst>
          </p:cNvPr>
          <p:cNvSpPr/>
          <p:nvPr/>
        </p:nvSpPr>
        <p:spPr>
          <a:xfrm>
            <a:off x="2794355" y="5209385"/>
            <a:ext cx="1720553" cy="61803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3F5E"/>
                </a:solidFill>
                <a:effectLst/>
                <a:uLnTx/>
                <a:uFillTx/>
                <a:latin typeface="Effra"/>
                <a:ea typeface="+mn-ea"/>
                <a:cs typeface="+mn-cs"/>
              </a:rPr>
              <a:t>SDLC Knowledge Crawlers</a:t>
            </a:r>
          </a:p>
        </p:txBody>
      </p:sp>
      <p:sp>
        <p:nvSpPr>
          <p:cNvPr id="455" name="Shape 26">
            <a:extLst>
              <a:ext uri="{FF2B5EF4-FFF2-40B4-BE49-F238E27FC236}">
                <a16:creationId xmlns:a16="http://schemas.microsoft.com/office/drawing/2014/main" id="{C339682D-5BBA-B169-3238-850A22C0C8E6}"/>
              </a:ext>
            </a:extLst>
          </p:cNvPr>
          <p:cNvSpPr/>
          <p:nvPr/>
        </p:nvSpPr>
        <p:spPr>
          <a:xfrm>
            <a:off x="4782220" y="1339805"/>
            <a:ext cx="3495789" cy="5141223"/>
          </a:xfrm>
          <a:prstGeom prst="roundRect">
            <a:avLst>
              <a:gd name="adj" fmla="val 2564"/>
            </a:avLst>
          </a:prstGeom>
          <a:solidFill>
            <a:srgbClr val="0A2540"/>
          </a:solidFill>
          <a:ln w="19050">
            <a:solidFill>
              <a:srgbClr val="14B8A6"/>
            </a:solidFill>
            <a:prstDash val="solid"/>
          </a:ln>
          <a:effectLst>
            <a:outerShdw blurRad="203200" dist="50800" dir="16200000" algn="bl" rotWithShape="0">
              <a:srgbClr val="14B8A6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58" name="Shape 32">
            <a:extLst>
              <a:ext uri="{FF2B5EF4-FFF2-40B4-BE49-F238E27FC236}">
                <a16:creationId xmlns:a16="http://schemas.microsoft.com/office/drawing/2014/main" id="{A5E77C54-1517-49A4-C00A-11DA30BE182C}"/>
              </a:ext>
            </a:extLst>
          </p:cNvPr>
          <p:cNvSpPr/>
          <p:nvPr/>
        </p:nvSpPr>
        <p:spPr>
          <a:xfrm>
            <a:off x="4781516" y="818807"/>
            <a:ext cx="3488366" cy="457200"/>
          </a:xfrm>
          <a:prstGeom prst="roundRect">
            <a:avLst>
              <a:gd name="adj" fmla="val 16000"/>
            </a:avLst>
          </a:prstGeom>
          <a:solidFill>
            <a:srgbClr val="C9A2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59" name="Shape 33">
            <a:extLst>
              <a:ext uri="{FF2B5EF4-FFF2-40B4-BE49-F238E27FC236}">
                <a16:creationId xmlns:a16="http://schemas.microsoft.com/office/drawing/2014/main" id="{CE1DE259-71DA-C0D8-AA8D-63D7030E7916}"/>
              </a:ext>
            </a:extLst>
          </p:cNvPr>
          <p:cNvSpPr/>
          <p:nvPr/>
        </p:nvSpPr>
        <p:spPr>
          <a:xfrm>
            <a:off x="5173324" y="910247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460" name="Image 8" descr="preencoded.png">
            <a:extLst>
              <a:ext uri="{FF2B5EF4-FFF2-40B4-BE49-F238E27FC236}">
                <a16:creationId xmlns:a16="http://schemas.microsoft.com/office/drawing/2014/main" id="{7F773499-7ECD-E682-8796-64B8ACC6E3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7332" y="974255"/>
            <a:ext cx="146304" cy="146304"/>
          </a:xfrm>
          <a:prstGeom prst="rect">
            <a:avLst/>
          </a:prstGeom>
        </p:spPr>
      </p:pic>
      <p:sp>
        <p:nvSpPr>
          <p:cNvPr id="461" name="Text 27">
            <a:extLst>
              <a:ext uri="{FF2B5EF4-FFF2-40B4-BE49-F238E27FC236}">
                <a16:creationId xmlns:a16="http://schemas.microsoft.com/office/drawing/2014/main" id="{AF57848C-4CAB-2C98-7003-B2D41F35C6BE}"/>
              </a:ext>
            </a:extLst>
          </p:cNvPr>
          <p:cNvSpPr/>
          <p:nvPr/>
        </p:nvSpPr>
        <p:spPr>
          <a:xfrm>
            <a:off x="5577808" y="1360155"/>
            <a:ext cx="1999808" cy="15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 HUB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63" name="Shape 36">
            <a:extLst>
              <a:ext uri="{FF2B5EF4-FFF2-40B4-BE49-F238E27FC236}">
                <a16:creationId xmlns:a16="http://schemas.microsoft.com/office/drawing/2014/main" id="{DAA5BCD0-4A01-4AFB-A9C6-B255812C5244}"/>
              </a:ext>
            </a:extLst>
          </p:cNvPr>
          <p:cNvSpPr/>
          <p:nvPr/>
        </p:nvSpPr>
        <p:spPr>
          <a:xfrm>
            <a:off x="5024028" y="1767642"/>
            <a:ext cx="3107368" cy="288904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64" name="Shape 37">
            <a:extLst>
              <a:ext uri="{FF2B5EF4-FFF2-40B4-BE49-F238E27FC236}">
                <a16:creationId xmlns:a16="http://schemas.microsoft.com/office/drawing/2014/main" id="{8F9D905B-53FE-E5E7-0726-E70F8FEFF1E0}"/>
              </a:ext>
            </a:extLst>
          </p:cNvPr>
          <p:cNvSpPr/>
          <p:nvPr/>
        </p:nvSpPr>
        <p:spPr>
          <a:xfrm>
            <a:off x="5062148" y="1792284"/>
            <a:ext cx="340636" cy="22431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465" name="Image 9" descr="preencoded.png">
            <a:extLst>
              <a:ext uri="{FF2B5EF4-FFF2-40B4-BE49-F238E27FC236}">
                <a16:creationId xmlns:a16="http://schemas.microsoft.com/office/drawing/2014/main" id="{355A3FBB-9C5E-5941-5D5A-F6208352B7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2148" y="1847297"/>
            <a:ext cx="134453" cy="164592"/>
          </a:xfrm>
          <a:prstGeom prst="rect">
            <a:avLst/>
          </a:prstGeom>
        </p:spPr>
      </p:pic>
      <p:sp>
        <p:nvSpPr>
          <p:cNvPr id="466" name="Text 38">
            <a:extLst>
              <a:ext uri="{FF2B5EF4-FFF2-40B4-BE49-F238E27FC236}">
                <a16:creationId xmlns:a16="http://schemas.microsoft.com/office/drawing/2014/main" id="{62CC0345-6609-C57B-7839-F885339E69BC}"/>
              </a:ext>
            </a:extLst>
          </p:cNvPr>
          <p:cNvSpPr/>
          <p:nvPr/>
        </p:nvSpPr>
        <p:spPr>
          <a:xfrm>
            <a:off x="5370451" y="1749030"/>
            <a:ext cx="2593958" cy="19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KPIs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67" name="Text 39">
            <a:extLst>
              <a:ext uri="{FF2B5EF4-FFF2-40B4-BE49-F238E27FC236}">
                <a16:creationId xmlns:a16="http://schemas.microsoft.com/office/drawing/2014/main" id="{DC3C0505-EA29-530C-0303-E0D151A1F031}"/>
              </a:ext>
            </a:extLst>
          </p:cNvPr>
          <p:cNvSpPr/>
          <p:nvPr/>
        </p:nvSpPr>
        <p:spPr>
          <a:xfrm>
            <a:off x="5367465" y="1929067"/>
            <a:ext cx="2523061" cy="13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KPI’s / definitions &amp; calculation logic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493" name="Pentagon 492">
            <a:extLst>
              <a:ext uri="{FF2B5EF4-FFF2-40B4-BE49-F238E27FC236}">
                <a16:creationId xmlns:a16="http://schemas.microsoft.com/office/drawing/2014/main" id="{4451221F-8BC6-9D00-E4C2-F7C01AA04FED}"/>
              </a:ext>
            </a:extLst>
          </p:cNvPr>
          <p:cNvSpPr/>
          <p:nvPr/>
        </p:nvSpPr>
        <p:spPr>
          <a:xfrm>
            <a:off x="4604095" y="1618172"/>
            <a:ext cx="113180" cy="386907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3F5E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08" name="Text 34">
            <a:extLst>
              <a:ext uri="{FF2B5EF4-FFF2-40B4-BE49-F238E27FC236}">
                <a16:creationId xmlns:a16="http://schemas.microsoft.com/office/drawing/2014/main" id="{593EEF37-18D9-003D-621F-FC07ABCFBC0F}"/>
              </a:ext>
            </a:extLst>
          </p:cNvPr>
          <p:cNvSpPr/>
          <p:nvPr/>
        </p:nvSpPr>
        <p:spPr>
          <a:xfrm>
            <a:off x="5543418" y="839579"/>
            <a:ext cx="26291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 Hub Portal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0" i="1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Stewards, analysts &amp; architects review, edit &amp; approve, Chatbot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8C908F54-80F3-E850-5339-9FEF67D621AB}"/>
              </a:ext>
            </a:extLst>
          </p:cNvPr>
          <p:cNvSpPr txBox="1"/>
          <p:nvPr/>
        </p:nvSpPr>
        <p:spPr>
          <a:xfrm>
            <a:off x="4956989" y="1502184"/>
            <a:ext cx="15520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Semantic Context </a:t>
            </a:r>
          </a:p>
        </p:txBody>
      </p:sp>
      <p:sp>
        <p:nvSpPr>
          <p:cNvPr id="512" name="Rounded Rectangle 511">
            <a:extLst>
              <a:ext uri="{FF2B5EF4-FFF2-40B4-BE49-F238E27FC236}">
                <a16:creationId xmlns:a16="http://schemas.microsoft.com/office/drawing/2014/main" id="{B166F685-3FD8-2A9D-03D4-6885EA74D97F}"/>
              </a:ext>
            </a:extLst>
          </p:cNvPr>
          <p:cNvSpPr/>
          <p:nvPr/>
        </p:nvSpPr>
        <p:spPr>
          <a:xfrm>
            <a:off x="4953903" y="1509489"/>
            <a:ext cx="3252526" cy="2501806"/>
          </a:xfrm>
          <a:prstGeom prst="roundRect">
            <a:avLst>
              <a:gd name="adj" fmla="val 6358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FFFFFF"/>
              </a:solidFill>
              <a:latin typeface="Radnika Next" panose="00000500000000000000" pitchFamily="50" charset="0"/>
            </a:endParaRPr>
          </a:p>
        </p:txBody>
      </p:sp>
      <p:sp>
        <p:nvSpPr>
          <p:cNvPr id="513" name="Rounded Rectangle 512">
            <a:extLst>
              <a:ext uri="{FF2B5EF4-FFF2-40B4-BE49-F238E27FC236}">
                <a16:creationId xmlns:a16="http://schemas.microsoft.com/office/drawing/2014/main" id="{B891DFD2-7358-5E82-FDEC-F71EF2D4FF62}"/>
              </a:ext>
            </a:extLst>
          </p:cNvPr>
          <p:cNvSpPr/>
          <p:nvPr/>
        </p:nvSpPr>
        <p:spPr>
          <a:xfrm>
            <a:off x="4953903" y="4109186"/>
            <a:ext cx="3252526" cy="2278954"/>
          </a:xfrm>
          <a:prstGeom prst="roundRect">
            <a:avLst>
              <a:gd name="adj" fmla="val 6358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FFFFFF"/>
              </a:solidFill>
              <a:latin typeface="Radnika Next" panose="00000500000000000000" pitchFamily="50" charset="0"/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BFBDF68F-C92E-80EA-C516-721BF1C331C1}"/>
              </a:ext>
            </a:extLst>
          </p:cNvPr>
          <p:cNvSpPr txBox="1"/>
          <p:nvPr/>
        </p:nvSpPr>
        <p:spPr>
          <a:xfrm>
            <a:off x="4959817" y="4094323"/>
            <a:ext cx="12506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SDLC Context </a:t>
            </a:r>
          </a:p>
        </p:txBody>
      </p:sp>
      <p:sp>
        <p:nvSpPr>
          <p:cNvPr id="515" name="Shape 40">
            <a:extLst>
              <a:ext uri="{FF2B5EF4-FFF2-40B4-BE49-F238E27FC236}">
                <a16:creationId xmlns:a16="http://schemas.microsoft.com/office/drawing/2014/main" id="{B9975998-DCEA-8BAE-5686-0609020A3469}"/>
              </a:ext>
            </a:extLst>
          </p:cNvPr>
          <p:cNvSpPr/>
          <p:nvPr/>
        </p:nvSpPr>
        <p:spPr>
          <a:xfrm>
            <a:off x="5027227" y="2095337"/>
            <a:ext cx="3104048" cy="236295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17" name="Image 10" descr="preencoded.png">
            <a:extLst>
              <a:ext uri="{FF2B5EF4-FFF2-40B4-BE49-F238E27FC236}">
                <a16:creationId xmlns:a16="http://schemas.microsoft.com/office/drawing/2014/main" id="{2F873296-45A9-2C68-E985-53D8179DF7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2148" y="2107994"/>
            <a:ext cx="134453" cy="164592"/>
          </a:xfrm>
          <a:prstGeom prst="rect">
            <a:avLst/>
          </a:prstGeom>
        </p:spPr>
      </p:pic>
      <p:sp>
        <p:nvSpPr>
          <p:cNvPr id="518" name="Text 42">
            <a:extLst>
              <a:ext uri="{FF2B5EF4-FFF2-40B4-BE49-F238E27FC236}">
                <a16:creationId xmlns:a16="http://schemas.microsoft.com/office/drawing/2014/main" id="{1DE04DCA-DDF5-AF7A-65A7-FA606247B0FC}"/>
              </a:ext>
            </a:extLst>
          </p:cNvPr>
          <p:cNvSpPr/>
          <p:nvPr/>
        </p:nvSpPr>
        <p:spPr>
          <a:xfrm>
            <a:off x="5376255" y="2046726"/>
            <a:ext cx="27606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Relationships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19" name="Shape 44">
            <a:extLst>
              <a:ext uri="{FF2B5EF4-FFF2-40B4-BE49-F238E27FC236}">
                <a16:creationId xmlns:a16="http://schemas.microsoft.com/office/drawing/2014/main" id="{F4D2E778-6D0C-8F83-A53D-8831DB5B9336}"/>
              </a:ext>
            </a:extLst>
          </p:cNvPr>
          <p:cNvSpPr/>
          <p:nvPr/>
        </p:nvSpPr>
        <p:spPr>
          <a:xfrm>
            <a:off x="5032794" y="2351004"/>
            <a:ext cx="3107368" cy="325566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21" name="Image 11" descr="preencoded.png">
            <a:extLst>
              <a:ext uri="{FF2B5EF4-FFF2-40B4-BE49-F238E27FC236}">
                <a16:creationId xmlns:a16="http://schemas.microsoft.com/office/drawing/2014/main" id="{ED328F1A-EB59-3DE0-B523-82C95D41C9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2148" y="2381941"/>
            <a:ext cx="134453" cy="164592"/>
          </a:xfrm>
          <a:prstGeom prst="rect">
            <a:avLst/>
          </a:prstGeom>
        </p:spPr>
      </p:pic>
      <p:sp>
        <p:nvSpPr>
          <p:cNvPr id="522" name="Text 46">
            <a:extLst>
              <a:ext uri="{FF2B5EF4-FFF2-40B4-BE49-F238E27FC236}">
                <a16:creationId xmlns:a16="http://schemas.microsoft.com/office/drawing/2014/main" id="{DBCCDA2A-85F7-DF8C-9639-506654947D16}"/>
              </a:ext>
            </a:extLst>
          </p:cNvPr>
          <p:cNvSpPr/>
          <p:nvPr/>
        </p:nvSpPr>
        <p:spPr>
          <a:xfrm>
            <a:off x="5390095" y="2289823"/>
            <a:ext cx="2768939" cy="3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Glossary Alignment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23" name="Text 47">
            <a:extLst>
              <a:ext uri="{FF2B5EF4-FFF2-40B4-BE49-F238E27FC236}">
                <a16:creationId xmlns:a16="http://schemas.microsoft.com/office/drawing/2014/main" id="{4FF22034-3BF7-4440-4963-5D1C63A41051}"/>
              </a:ext>
            </a:extLst>
          </p:cNvPr>
          <p:cNvSpPr/>
          <p:nvPr/>
        </p:nvSpPr>
        <p:spPr>
          <a:xfrm>
            <a:off x="5386248" y="2517141"/>
            <a:ext cx="2519213" cy="18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Synonyms, Acronyms, others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24" name="Pentagon 523">
            <a:extLst>
              <a:ext uri="{FF2B5EF4-FFF2-40B4-BE49-F238E27FC236}">
                <a16:creationId xmlns:a16="http://schemas.microsoft.com/office/drawing/2014/main" id="{57E18689-860C-F018-D5D7-DBB5F187BCE0}"/>
              </a:ext>
            </a:extLst>
          </p:cNvPr>
          <p:cNvSpPr/>
          <p:nvPr/>
        </p:nvSpPr>
        <p:spPr>
          <a:xfrm>
            <a:off x="2522718" y="1407680"/>
            <a:ext cx="121227" cy="4276472"/>
          </a:xfrm>
          <a:prstGeom prst="homePlat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FFFFFF"/>
              </a:solidFill>
              <a:latin typeface="Radnika Next" panose="00000500000000000000" pitchFamily="50" charset="0"/>
            </a:endParaRPr>
          </a:p>
        </p:txBody>
      </p:sp>
      <p:sp>
        <p:nvSpPr>
          <p:cNvPr id="525" name="Pentagon 524">
            <a:extLst>
              <a:ext uri="{FF2B5EF4-FFF2-40B4-BE49-F238E27FC236}">
                <a16:creationId xmlns:a16="http://schemas.microsoft.com/office/drawing/2014/main" id="{6A1178C3-9347-8F82-1651-FD275292E3EA}"/>
              </a:ext>
            </a:extLst>
          </p:cNvPr>
          <p:cNvSpPr/>
          <p:nvPr/>
        </p:nvSpPr>
        <p:spPr>
          <a:xfrm flipH="1">
            <a:off x="2338297" y="1407680"/>
            <a:ext cx="91242" cy="4276472"/>
          </a:xfrm>
          <a:prstGeom prst="homePlat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FFFFFF"/>
              </a:solidFill>
              <a:latin typeface="Radnika Next" panose="00000500000000000000" pitchFamily="50" charset="0"/>
            </a:endParaRPr>
          </a:p>
        </p:txBody>
      </p:sp>
      <p:sp>
        <p:nvSpPr>
          <p:cNvPr id="526" name="Shape 44">
            <a:extLst>
              <a:ext uri="{FF2B5EF4-FFF2-40B4-BE49-F238E27FC236}">
                <a16:creationId xmlns:a16="http://schemas.microsoft.com/office/drawing/2014/main" id="{D8D20EFE-A74A-112C-0518-D8562937C26B}"/>
              </a:ext>
            </a:extLst>
          </p:cNvPr>
          <p:cNvSpPr/>
          <p:nvPr/>
        </p:nvSpPr>
        <p:spPr>
          <a:xfrm>
            <a:off x="5039730" y="2682015"/>
            <a:ext cx="3107368" cy="294954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28" name="Image 11" descr="preencoded.png">
            <a:extLst>
              <a:ext uri="{FF2B5EF4-FFF2-40B4-BE49-F238E27FC236}">
                <a16:creationId xmlns:a16="http://schemas.microsoft.com/office/drawing/2014/main" id="{F02BD1F3-AB03-F21B-D450-8C2F25AE3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2148" y="2725140"/>
            <a:ext cx="134453" cy="164592"/>
          </a:xfrm>
          <a:prstGeom prst="rect">
            <a:avLst/>
          </a:prstGeom>
        </p:spPr>
      </p:pic>
      <p:sp>
        <p:nvSpPr>
          <p:cNvPr id="529" name="Text 46">
            <a:extLst>
              <a:ext uri="{FF2B5EF4-FFF2-40B4-BE49-F238E27FC236}">
                <a16:creationId xmlns:a16="http://schemas.microsoft.com/office/drawing/2014/main" id="{D3A0CCE6-8F54-2CCB-7AF4-3DC10F8C19F1}"/>
              </a:ext>
            </a:extLst>
          </p:cNvPr>
          <p:cNvSpPr/>
          <p:nvPr/>
        </p:nvSpPr>
        <p:spPr>
          <a:xfrm>
            <a:off x="5367465" y="2612497"/>
            <a:ext cx="2788283" cy="31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Alignment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30" name="Text 47">
            <a:extLst>
              <a:ext uri="{FF2B5EF4-FFF2-40B4-BE49-F238E27FC236}">
                <a16:creationId xmlns:a16="http://schemas.microsoft.com/office/drawing/2014/main" id="{012FA26F-1FF0-DC2F-C60A-65D01AABA3BC}"/>
              </a:ext>
            </a:extLst>
          </p:cNvPr>
          <p:cNvSpPr/>
          <p:nvPr/>
        </p:nvSpPr>
        <p:spPr>
          <a:xfrm>
            <a:off x="5367989" y="2841739"/>
            <a:ext cx="2864935" cy="154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Synced with Authoritative data sources to indicate the true source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31" name="Shape 44">
            <a:extLst>
              <a:ext uri="{FF2B5EF4-FFF2-40B4-BE49-F238E27FC236}">
                <a16:creationId xmlns:a16="http://schemas.microsoft.com/office/drawing/2014/main" id="{79CFA25B-8CB3-0A92-F773-A26E84E2DD7B}"/>
              </a:ext>
            </a:extLst>
          </p:cNvPr>
          <p:cNvSpPr/>
          <p:nvPr/>
        </p:nvSpPr>
        <p:spPr>
          <a:xfrm>
            <a:off x="5024028" y="3019811"/>
            <a:ext cx="3107368" cy="284128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33" name="Image 11" descr="preencoded.png">
            <a:extLst>
              <a:ext uri="{FF2B5EF4-FFF2-40B4-BE49-F238E27FC236}">
                <a16:creationId xmlns:a16="http://schemas.microsoft.com/office/drawing/2014/main" id="{0CEFE642-3F44-0416-12A7-ECCDF85CC7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2148" y="3069298"/>
            <a:ext cx="134453" cy="164592"/>
          </a:xfrm>
          <a:prstGeom prst="rect">
            <a:avLst/>
          </a:prstGeom>
        </p:spPr>
      </p:pic>
      <p:sp>
        <p:nvSpPr>
          <p:cNvPr id="534" name="Text 46">
            <a:extLst>
              <a:ext uri="{FF2B5EF4-FFF2-40B4-BE49-F238E27FC236}">
                <a16:creationId xmlns:a16="http://schemas.microsoft.com/office/drawing/2014/main" id="{3517A181-E46A-8592-19CA-CEE59ED917A7}"/>
              </a:ext>
            </a:extLst>
          </p:cNvPr>
          <p:cNvSpPr/>
          <p:nvPr/>
        </p:nvSpPr>
        <p:spPr>
          <a:xfrm>
            <a:off x="5359665" y="3003225"/>
            <a:ext cx="2796083" cy="21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Lineage Alignment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35" name="Text 47">
            <a:extLst>
              <a:ext uri="{FF2B5EF4-FFF2-40B4-BE49-F238E27FC236}">
                <a16:creationId xmlns:a16="http://schemas.microsoft.com/office/drawing/2014/main" id="{70B64B7A-EB4D-044E-BFBB-1417FA82F665}"/>
              </a:ext>
            </a:extLst>
          </p:cNvPr>
          <p:cNvSpPr/>
          <p:nvPr/>
        </p:nvSpPr>
        <p:spPr>
          <a:xfrm>
            <a:off x="5360068" y="3129756"/>
            <a:ext cx="2585302" cy="221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Synced with systems providing Data Quality &amp; data lineage 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36" name="Shape 44">
            <a:extLst>
              <a:ext uri="{FF2B5EF4-FFF2-40B4-BE49-F238E27FC236}">
                <a16:creationId xmlns:a16="http://schemas.microsoft.com/office/drawing/2014/main" id="{6FBA6BF8-A9C2-AC2E-B453-9C31180D7E36}"/>
              </a:ext>
            </a:extLst>
          </p:cNvPr>
          <p:cNvSpPr/>
          <p:nvPr/>
        </p:nvSpPr>
        <p:spPr>
          <a:xfrm>
            <a:off x="5021636" y="3324030"/>
            <a:ext cx="3107368" cy="284128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37" name="Image 11" descr="preencoded.png">
            <a:extLst>
              <a:ext uri="{FF2B5EF4-FFF2-40B4-BE49-F238E27FC236}">
                <a16:creationId xmlns:a16="http://schemas.microsoft.com/office/drawing/2014/main" id="{0F299832-0545-0384-3EF5-AF8A1393F9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2148" y="3373517"/>
            <a:ext cx="134453" cy="164592"/>
          </a:xfrm>
          <a:prstGeom prst="rect">
            <a:avLst/>
          </a:prstGeom>
        </p:spPr>
      </p:pic>
      <p:sp>
        <p:nvSpPr>
          <p:cNvPr id="538" name="Text 46">
            <a:extLst>
              <a:ext uri="{FF2B5EF4-FFF2-40B4-BE49-F238E27FC236}">
                <a16:creationId xmlns:a16="http://schemas.microsoft.com/office/drawing/2014/main" id="{910952F4-85D8-8C7E-DD3E-3D6C28C6480E}"/>
              </a:ext>
            </a:extLst>
          </p:cNvPr>
          <p:cNvSpPr/>
          <p:nvPr/>
        </p:nvSpPr>
        <p:spPr>
          <a:xfrm>
            <a:off x="5357273" y="3307444"/>
            <a:ext cx="2796083" cy="21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Observability Alignment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39" name="Text 47">
            <a:extLst>
              <a:ext uri="{FF2B5EF4-FFF2-40B4-BE49-F238E27FC236}">
                <a16:creationId xmlns:a16="http://schemas.microsoft.com/office/drawing/2014/main" id="{6603C832-A338-931B-A2B7-40227D2339F0}"/>
              </a:ext>
            </a:extLst>
          </p:cNvPr>
          <p:cNvSpPr/>
          <p:nvPr/>
        </p:nvSpPr>
        <p:spPr>
          <a:xfrm>
            <a:off x="5357675" y="3671037"/>
            <a:ext cx="3616991" cy="201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83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Synched with execution logs to indicate the freshness of data</a:t>
            </a:r>
            <a:endParaRPr lang="en-US" sz="830" dirty="0">
              <a:solidFill>
                <a:srgbClr val="0A2C41"/>
              </a:solidFill>
              <a:latin typeface="Effra"/>
            </a:endParaRPr>
          </a:p>
        </p:txBody>
      </p:sp>
      <p:sp>
        <p:nvSpPr>
          <p:cNvPr id="540" name="Shape 44">
            <a:extLst>
              <a:ext uri="{FF2B5EF4-FFF2-40B4-BE49-F238E27FC236}">
                <a16:creationId xmlns:a16="http://schemas.microsoft.com/office/drawing/2014/main" id="{232325D3-D59B-3702-A5E7-717F30D0D1D7}"/>
              </a:ext>
            </a:extLst>
          </p:cNvPr>
          <p:cNvSpPr/>
          <p:nvPr/>
        </p:nvSpPr>
        <p:spPr>
          <a:xfrm>
            <a:off x="5031425" y="3627150"/>
            <a:ext cx="3107368" cy="284128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41" name="Image 11" descr="preencoded.png">
            <a:extLst>
              <a:ext uri="{FF2B5EF4-FFF2-40B4-BE49-F238E27FC236}">
                <a16:creationId xmlns:a16="http://schemas.microsoft.com/office/drawing/2014/main" id="{40801646-3397-CC96-52E8-99278BA272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2148" y="3676637"/>
            <a:ext cx="134453" cy="164592"/>
          </a:xfrm>
          <a:prstGeom prst="rect">
            <a:avLst/>
          </a:prstGeom>
        </p:spPr>
      </p:pic>
      <p:sp>
        <p:nvSpPr>
          <p:cNvPr id="542" name="Text 46">
            <a:extLst>
              <a:ext uri="{FF2B5EF4-FFF2-40B4-BE49-F238E27FC236}">
                <a16:creationId xmlns:a16="http://schemas.microsoft.com/office/drawing/2014/main" id="{32FDBEE1-D5F4-1DDC-AB1C-06AAF2A2F170}"/>
              </a:ext>
            </a:extLst>
          </p:cNvPr>
          <p:cNvSpPr/>
          <p:nvPr/>
        </p:nvSpPr>
        <p:spPr>
          <a:xfrm>
            <a:off x="5367062" y="3610564"/>
            <a:ext cx="2796083" cy="21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Alignment &amp; access Alignment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43" name="Text 47">
            <a:extLst>
              <a:ext uri="{FF2B5EF4-FFF2-40B4-BE49-F238E27FC236}">
                <a16:creationId xmlns:a16="http://schemas.microsoft.com/office/drawing/2014/main" id="{AD54B536-5C25-5371-88FC-11BA97C6724C}"/>
              </a:ext>
            </a:extLst>
          </p:cNvPr>
          <p:cNvSpPr/>
          <p:nvPr/>
        </p:nvSpPr>
        <p:spPr>
          <a:xfrm>
            <a:off x="5367465" y="3737095"/>
            <a:ext cx="2585302" cy="221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PII, Entitlements, Policies etc.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44" name="Shape 36">
            <a:extLst>
              <a:ext uri="{FF2B5EF4-FFF2-40B4-BE49-F238E27FC236}">
                <a16:creationId xmlns:a16="http://schemas.microsoft.com/office/drawing/2014/main" id="{C94297E8-89CA-A95C-75C6-D9CD36366D81}"/>
              </a:ext>
            </a:extLst>
          </p:cNvPr>
          <p:cNvSpPr/>
          <p:nvPr/>
        </p:nvSpPr>
        <p:spPr>
          <a:xfrm>
            <a:off x="5039825" y="4342167"/>
            <a:ext cx="3107368" cy="288904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45" name="Shape 37">
            <a:extLst>
              <a:ext uri="{FF2B5EF4-FFF2-40B4-BE49-F238E27FC236}">
                <a16:creationId xmlns:a16="http://schemas.microsoft.com/office/drawing/2014/main" id="{C7F11D5F-62D3-8AA3-864A-2C987564A341}"/>
              </a:ext>
            </a:extLst>
          </p:cNvPr>
          <p:cNvSpPr/>
          <p:nvPr/>
        </p:nvSpPr>
        <p:spPr>
          <a:xfrm>
            <a:off x="5077945" y="4366809"/>
            <a:ext cx="340636" cy="22431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46" name="Image 9" descr="preencoded.png">
            <a:extLst>
              <a:ext uri="{FF2B5EF4-FFF2-40B4-BE49-F238E27FC236}">
                <a16:creationId xmlns:a16="http://schemas.microsoft.com/office/drawing/2014/main" id="{F87EFC40-FAFB-88B6-E6BB-65ECC9757F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5677" y="4421822"/>
            <a:ext cx="134453" cy="164592"/>
          </a:xfrm>
          <a:prstGeom prst="rect">
            <a:avLst/>
          </a:prstGeom>
        </p:spPr>
      </p:pic>
      <p:sp>
        <p:nvSpPr>
          <p:cNvPr id="547" name="Text 38">
            <a:extLst>
              <a:ext uri="{FF2B5EF4-FFF2-40B4-BE49-F238E27FC236}">
                <a16:creationId xmlns:a16="http://schemas.microsoft.com/office/drawing/2014/main" id="{086E844E-E698-A89D-AFB4-9814404051A9}"/>
              </a:ext>
            </a:extLst>
          </p:cNvPr>
          <p:cNvSpPr/>
          <p:nvPr/>
        </p:nvSpPr>
        <p:spPr>
          <a:xfrm>
            <a:off x="5386248" y="4323555"/>
            <a:ext cx="2593958" cy="19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Elaboration Skills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48" name="Text 39">
            <a:extLst>
              <a:ext uri="{FF2B5EF4-FFF2-40B4-BE49-F238E27FC236}">
                <a16:creationId xmlns:a16="http://schemas.microsoft.com/office/drawing/2014/main" id="{5B8F4B23-2E28-A83C-6279-47A8E0B627DE}"/>
              </a:ext>
            </a:extLst>
          </p:cNvPr>
          <p:cNvSpPr/>
          <p:nvPr/>
        </p:nvSpPr>
        <p:spPr>
          <a:xfrm>
            <a:off x="5383262" y="4503592"/>
            <a:ext cx="2864935" cy="139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Template, Domain Artifacts, Operations Handbook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49" name="Shape 36">
            <a:extLst>
              <a:ext uri="{FF2B5EF4-FFF2-40B4-BE49-F238E27FC236}">
                <a16:creationId xmlns:a16="http://schemas.microsoft.com/office/drawing/2014/main" id="{5464EE00-20B3-99F5-BBC2-B1F4D0DB81AE}"/>
              </a:ext>
            </a:extLst>
          </p:cNvPr>
          <p:cNvSpPr/>
          <p:nvPr/>
        </p:nvSpPr>
        <p:spPr>
          <a:xfrm>
            <a:off x="5024028" y="4689276"/>
            <a:ext cx="3107368" cy="288904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50" name="Shape 37">
            <a:extLst>
              <a:ext uri="{FF2B5EF4-FFF2-40B4-BE49-F238E27FC236}">
                <a16:creationId xmlns:a16="http://schemas.microsoft.com/office/drawing/2014/main" id="{C793419B-D3D4-9D53-FD87-EA3BC488635D}"/>
              </a:ext>
            </a:extLst>
          </p:cNvPr>
          <p:cNvSpPr/>
          <p:nvPr/>
        </p:nvSpPr>
        <p:spPr>
          <a:xfrm>
            <a:off x="5062148" y="4713918"/>
            <a:ext cx="340636" cy="22431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51" name="Image 9" descr="preencoded.png">
            <a:extLst>
              <a:ext uri="{FF2B5EF4-FFF2-40B4-BE49-F238E27FC236}">
                <a16:creationId xmlns:a16="http://schemas.microsoft.com/office/drawing/2014/main" id="{D398B184-8F0F-09B3-E982-895F191B83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9880" y="4768931"/>
            <a:ext cx="134453" cy="164592"/>
          </a:xfrm>
          <a:prstGeom prst="rect">
            <a:avLst/>
          </a:prstGeom>
        </p:spPr>
      </p:pic>
      <p:sp>
        <p:nvSpPr>
          <p:cNvPr id="552" name="Text 38">
            <a:extLst>
              <a:ext uri="{FF2B5EF4-FFF2-40B4-BE49-F238E27FC236}">
                <a16:creationId xmlns:a16="http://schemas.microsoft.com/office/drawing/2014/main" id="{8FFB5688-BD4B-EB1C-836A-52A815C98996}"/>
              </a:ext>
            </a:extLst>
          </p:cNvPr>
          <p:cNvSpPr/>
          <p:nvPr/>
        </p:nvSpPr>
        <p:spPr>
          <a:xfrm>
            <a:off x="5370451" y="4670664"/>
            <a:ext cx="2593958" cy="19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cs typeface="Calibri" pitchFamily="34" charset="-120"/>
              </a:rPr>
              <a:t>Architecture &amp; Design Skills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53" name="Text 39">
            <a:extLst>
              <a:ext uri="{FF2B5EF4-FFF2-40B4-BE49-F238E27FC236}">
                <a16:creationId xmlns:a16="http://schemas.microsoft.com/office/drawing/2014/main" id="{25B60DF6-27AF-D22C-E391-B4AD6FCEA9EE}"/>
              </a:ext>
            </a:extLst>
          </p:cNvPr>
          <p:cNvSpPr/>
          <p:nvPr/>
        </p:nvSpPr>
        <p:spPr>
          <a:xfrm>
            <a:off x="5367465" y="4850701"/>
            <a:ext cx="2864935" cy="139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Patterns, Design Patterns, Technology Topology etc.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54" name="Shape 36">
            <a:extLst>
              <a:ext uri="{FF2B5EF4-FFF2-40B4-BE49-F238E27FC236}">
                <a16:creationId xmlns:a16="http://schemas.microsoft.com/office/drawing/2014/main" id="{01308CB2-2CC0-6A7B-E8DE-B62EC7646AB1}"/>
              </a:ext>
            </a:extLst>
          </p:cNvPr>
          <p:cNvSpPr/>
          <p:nvPr/>
        </p:nvSpPr>
        <p:spPr>
          <a:xfrm>
            <a:off x="5024028" y="5033914"/>
            <a:ext cx="3107368" cy="288904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55" name="Shape 37">
            <a:extLst>
              <a:ext uri="{FF2B5EF4-FFF2-40B4-BE49-F238E27FC236}">
                <a16:creationId xmlns:a16="http://schemas.microsoft.com/office/drawing/2014/main" id="{7593B6D7-0DB8-4419-E39D-572ABB87F1CB}"/>
              </a:ext>
            </a:extLst>
          </p:cNvPr>
          <p:cNvSpPr/>
          <p:nvPr/>
        </p:nvSpPr>
        <p:spPr>
          <a:xfrm>
            <a:off x="5062148" y="5058556"/>
            <a:ext cx="340636" cy="22431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56" name="Image 9" descr="preencoded.png">
            <a:extLst>
              <a:ext uri="{FF2B5EF4-FFF2-40B4-BE49-F238E27FC236}">
                <a16:creationId xmlns:a16="http://schemas.microsoft.com/office/drawing/2014/main" id="{702FE404-9B64-831C-DADC-106F430003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9880" y="5113569"/>
            <a:ext cx="134453" cy="164592"/>
          </a:xfrm>
          <a:prstGeom prst="rect">
            <a:avLst/>
          </a:prstGeom>
        </p:spPr>
      </p:pic>
      <p:sp>
        <p:nvSpPr>
          <p:cNvPr id="557" name="Text 38">
            <a:extLst>
              <a:ext uri="{FF2B5EF4-FFF2-40B4-BE49-F238E27FC236}">
                <a16:creationId xmlns:a16="http://schemas.microsoft.com/office/drawing/2014/main" id="{3FA60FD1-DAA2-48E0-B741-6B8BCFA24ECB}"/>
              </a:ext>
            </a:extLst>
          </p:cNvPr>
          <p:cNvSpPr/>
          <p:nvPr/>
        </p:nvSpPr>
        <p:spPr>
          <a:xfrm>
            <a:off x="5370451" y="5015302"/>
            <a:ext cx="2593958" cy="19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 Skills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58" name="Text 39">
            <a:extLst>
              <a:ext uri="{FF2B5EF4-FFF2-40B4-BE49-F238E27FC236}">
                <a16:creationId xmlns:a16="http://schemas.microsoft.com/office/drawing/2014/main" id="{A5DEEE06-C9B4-A503-57BF-CB7A69259172}"/>
              </a:ext>
            </a:extLst>
          </p:cNvPr>
          <p:cNvSpPr/>
          <p:nvPr/>
        </p:nvSpPr>
        <p:spPr>
          <a:xfrm>
            <a:off x="5367465" y="5195339"/>
            <a:ext cx="2864935" cy="139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 Patterns, Coding Standards, Code Samples, Unit Tests etc.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59" name="Shape 36">
            <a:extLst>
              <a:ext uri="{FF2B5EF4-FFF2-40B4-BE49-F238E27FC236}">
                <a16:creationId xmlns:a16="http://schemas.microsoft.com/office/drawing/2014/main" id="{1477C90B-11B6-1CC4-C2AC-F6D33AD37D14}"/>
              </a:ext>
            </a:extLst>
          </p:cNvPr>
          <p:cNvSpPr/>
          <p:nvPr/>
        </p:nvSpPr>
        <p:spPr>
          <a:xfrm>
            <a:off x="5024028" y="5367231"/>
            <a:ext cx="3107368" cy="288904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60" name="Shape 37">
            <a:extLst>
              <a:ext uri="{FF2B5EF4-FFF2-40B4-BE49-F238E27FC236}">
                <a16:creationId xmlns:a16="http://schemas.microsoft.com/office/drawing/2014/main" id="{92770138-57FC-2078-522E-3185A95B62ED}"/>
              </a:ext>
            </a:extLst>
          </p:cNvPr>
          <p:cNvSpPr/>
          <p:nvPr/>
        </p:nvSpPr>
        <p:spPr>
          <a:xfrm>
            <a:off x="5062148" y="5391873"/>
            <a:ext cx="340636" cy="22431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61" name="Image 9" descr="preencoded.png">
            <a:extLst>
              <a:ext uri="{FF2B5EF4-FFF2-40B4-BE49-F238E27FC236}">
                <a16:creationId xmlns:a16="http://schemas.microsoft.com/office/drawing/2014/main" id="{60FED5B6-CF2E-52A5-EF46-F330B25462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9880" y="5446886"/>
            <a:ext cx="134453" cy="164592"/>
          </a:xfrm>
          <a:prstGeom prst="rect">
            <a:avLst/>
          </a:prstGeom>
        </p:spPr>
      </p:pic>
      <p:sp>
        <p:nvSpPr>
          <p:cNvPr id="562" name="Text 38">
            <a:extLst>
              <a:ext uri="{FF2B5EF4-FFF2-40B4-BE49-F238E27FC236}">
                <a16:creationId xmlns:a16="http://schemas.microsoft.com/office/drawing/2014/main" id="{7C3A788B-48A5-C3BF-D432-6E56CA26CBC9}"/>
              </a:ext>
            </a:extLst>
          </p:cNvPr>
          <p:cNvSpPr/>
          <p:nvPr/>
        </p:nvSpPr>
        <p:spPr>
          <a:xfrm>
            <a:off x="5370451" y="5348619"/>
            <a:ext cx="2593958" cy="19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QA Skills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63" name="Text 39">
            <a:extLst>
              <a:ext uri="{FF2B5EF4-FFF2-40B4-BE49-F238E27FC236}">
                <a16:creationId xmlns:a16="http://schemas.microsoft.com/office/drawing/2014/main" id="{B644ACE9-8FBF-F9CC-25D9-9B4A72BFB41D}"/>
              </a:ext>
            </a:extLst>
          </p:cNvPr>
          <p:cNvSpPr/>
          <p:nvPr/>
        </p:nvSpPr>
        <p:spPr>
          <a:xfrm>
            <a:off x="5367465" y="5528656"/>
            <a:ext cx="2864935" cy="139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Template, Domain Artifacts, Operations Handbook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64" name="Shape 36">
            <a:extLst>
              <a:ext uri="{FF2B5EF4-FFF2-40B4-BE49-F238E27FC236}">
                <a16:creationId xmlns:a16="http://schemas.microsoft.com/office/drawing/2014/main" id="{E27AF3A0-8F8D-63B2-4FE5-CB481E0B8E77}"/>
              </a:ext>
            </a:extLst>
          </p:cNvPr>
          <p:cNvSpPr/>
          <p:nvPr/>
        </p:nvSpPr>
        <p:spPr>
          <a:xfrm>
            <a:off x="5023406" y="5703508"/>
            <a:ext cx="3107368" cy="288904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65" name="Shape 37">
            <a:extLst>
              <a:ext uri="{FF2B5EF4-FFF2-40B4-BE49-F238E27FC236}">
                <a16:creationId xmlns:a16="http://schemas.microsoft.com/office/drawing/2014/main" id="{75DC62BA-AA15-BF2D-3411-6CF84AA630B9}"/>
              </a:ext>
            </a:extLst>
          </p:cNvPr>
          <p:cNvSpPr/>
          <p:nvPr/>
        </p:nvSpPr>
        <p:spPr>
          <a:xfrm>
            <a:off x="5061526" y="5728150"/>
            <a:ext cx="340636" cy="22431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66" name="Image 9" descr="preencoded.png">
            <a:extLst>
              <a:ext uri="{FF2B5EF4-FFF2-40B4-BE49-F238E27FC236}">
                <a16:creationId xmlns:a16="http://schemas.microsoft.com/office/drawing/2014/main" id="{D572EE43-110F-0208-75AB-FF317E3665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9258" y="5783163"/>
            <a:ext cx="134453" cy="164592"/>
          </a:xfrm>
          <a:prstGeom prst="rect">
            <a:avLst/>
          </a:prstGeom>
        </p:spPr>
      </p:pic>
      <p:sp>
        <p:nvSpPr>
          <p:cNvPr id="567" name="Text 38">
            <a:extLst>
              <a:ext uri="{FF2B5EF4-FFF2-40B4-BE49-F238E27FC236}">
                <a16:creationId xmlns:a16="http://schemas.microsoft.com/office/drawing/2014/main" id="{D279B760-98AE-313D-A20F-A10F1448AA19}"/>
              </a:ext>
            </a:extLst>
          </p:cNvPr>
          <p:cNvSpPr/>
          <p:nvPr/>
        </p:nvSpPr>
        <p:spPr>
          <a:xfrm>
            <a:off x="5369829" y="5684896"/>
            <a:ext cx="2593958" cy="19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DevOps Skills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68" name="Text 39">
            <a:extLst>
              <a:ext uri="{FF2B5EF4-FFF2-40B4-BE49-F238E27FC236}">
                <a16:creationId xmlns:a16="http://schemas.microsoft.com/office/drawing/2014/main" id="{B38B0AF0-6DCB-CB7A-F27C-8DF30E87428F}"/>
              </a:ext>
            </a:extLst>
          </p:cNvPr>
          <p:cNvSpPr/>
          <p:nvPr/>
        </p:nvSpPr>
        <p:spPr>
          <a:xfrm>
            <a:off x="5366843" y="5864933"/>
            <a:ext cx="2864935" cy="139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Guides &amp; Template,, Container Guidelines etc.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69" name="Shape 36">
            <a:extLst>
              <a:ext uri="{FF2B5EF4-FFF2-40B4-BE49-F238E27FC236}">
                <a16:creationId xmlns:a16="http://schemas.microsoft.com/office/drawing/2014/main" id="{F75EACB8-AED1-6670-DFFC-5F40EF319115}"/>
              </a:ext>
            </a:extLst>
          </p:cNvPr>
          <p:cNvSpPr/>
          <p:nvPr/>
        </p:nvSpPr>
        <p:spPr>
          <a:xfrm>
            <a:off x="5024028" y="6043393"/>
            <a:ext cx="3107368" cy="288904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70" name="Shape 37">
            <a:extLst>
              <a:ext uri="{FF2B5EF4-FFF2-40B4-BE49-F238E27FC236}">
                <a16:creationId xmlns:a16="http://schemas.microsoft.com/office/drawing/2014/main" id="{3BAA4C11-AFEB-A074-2FC4-84742DC6157C}"/>
              </a:ext>
            </a:extLst>
          </p:cNvPr>
          <p:cNvSpPr/>
          <p:nvPr/>
        </p:nvSpPr>
        <p:spPr>
          <a:xfrm>
            <a:off x="5062148" y="6068035"/>
            <a:ext cx="340636" cy="22431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pic>
        <p:nvPicPr>
          <p:cNvPr id="571" name="Image 9" descr="preencoded.png">
            <a:extLst>
              <a:ext uri="{FF2B5EF4-FFF2-40B4-BE49-F238E27FC236}">
                <a16:creationId xmlns:a16="http://schemas.microsoft.com/office/drawing/2014/main" id="{E4B59E78-D463-BE88-CA3C-C593C70291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9880" y="6123048"/>
            <a:ext cx="134453" cy="164592"/>
          </a:xfrm>
          <a:prstGeom prst="rect">
            <a:avLst/>
          </a:prstGeom>
        </p:spPr>
      </p:pic>
      <p:sp>
        <p:nvSpPr>
          <p:cNvPr id="572" name="Text 38">
            <a:extLst>
              <a:ext uri="{FF2B5EF4-FFF2-40B4-BE49-F238E27FC236}">
                <a16:creationId xmlns:a16="http://schemas.microsoft.com/office/drawing/2014/main" id="{8F3447EB-5785-8340-4D9A-D1386C85F307}"/>
              </a:ext>
            </a:extLst>
          </p:cNvPr>
          <p:cNvSpPr/>
          <p:nvPr/>
        </p:nvSpPr>
        <p:spPr>
          <a:xfrm>
            <a:off x="5370451" y="6024781"/>
            <a:ext cx="2593958" cy="19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DevSecOps Skills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73" name="Text 39">
            <a:extLst>
              <a:ext uri="{FF2B5EF4-FFF2-40B4-BE49-F238E27FC236}">
                <a16:creationId xmlns:a16="http://schemas.microsoft.com/office/drawing/2014/main" id="{0A483707-E2FC-3516-5710-39F5E7219FFB}"/>
              </a:ext>
            </a:extLst>
          </p:cNvPr>
          <p:cNvSpPr/>
          <p:nvPr/>
        </p:nvSpPr>
        <p:spPr>
          <a:xfrm>
            <a:off x="5367465" y="6204818"/>
            <a:ext cx="2864935" cy="139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 Compliance, Vulnerability checks, Penetration checks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598" name="Rounded Rectangle 597">
            <a:extLst>
              <a:ext uri="{FF2B5EF4-FFF2-40B4-BE49-F238E27FC236}">
                <a16:creationId xmlns:a16="http://schemas.microsoft.com/office/drawing/2014/main" id="{3DD3FB86-18EF-BA53-2EF7-81647E72ACFD}"/>
              </a:ext>
            </a:extLst>
          </p:cNvPr>
          <p:cNvSpPr/>
          <p:nvPr/>
        </p:nvSpPr>
        <p:spPr>
          <a:xfrm>
            <a:off x="8441612" y="818807"/>
            <a:ext cx="2006256" cy="5662221"/>
          </a:xfrm>
          <a:prstGeom prst="roundRect">
            <a:avLst>
              <a:gd name="adj" fmla="val 6011"/>
            </a:avLst>
          </a:prstGeom>
          <a:solidFill>
            <a:srgbClr val="003057"/>
          </a:solidFill>
          <a:ln>
            <a:solidFill>
              <a:srgbClr val="00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rgbClr val="FFFFFF"/>
              </a:solidFill>
              <a:latin typeface="Radnika Next" panose="00000500000000000000" pitchFamily="50" charset="0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39FED148-BD18-B29B-D76A-36DD06EE4E4B}"/>
              </a:ext>
            </a:extLst>
          </p:cNvPr>
          <p:cNvSpPr txBox="1"/>
          <p:nvPr/>
        </p:nvSpPr>
        <p:spPr>
          <a:xfrm>
            <a:off x="8545321" y="1098593"/>
            <a:ext cx="1706002" cy="347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bg1"/>
                </a:solidFill>
              </a:rPr>
              <a:t>Consumers</a:t>
            </a:r>
          </a:p>
        </p:txBody>
      </p:sp>
      <p:sp>
        <p:nvSpPr>
          <p:cNvPr id="600" name="Rounded Rectangle 599">
            <a:extLst>
              <a:ext uri="{FF2B5EF4-FFF2-40B4-BE49-F238E27FC236}">
                <a16:creationId xmlns:a16="http://schemas.microsoft.com/office/drawing/2014/main" id="{C64F80E2-CD9B-AB62-8260-E01A9CB58825}"/>
              </a:ext>
            </a:extLst>
          </p:cNvPr>
          <p:cNvSpPr/>
          <p:nvPr/>
        </p:nvSpPr>
        <p:spPr>
          <a:xfrm>
            <a:off x="8619991" y="2544326"/>
            <a:ext cx="1694123" cy="747063"/>
          </a:xfrm>
          <a:prstGeom prst="roundRect">
            <a:avLst>
              <a:gd name="adj" fmla="val 9571"/>
            </a:avLst>
          </a:prstGeom>
          <a:solidFill>
            <a:srgbClr val="003057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i="1" dirty="0">
                <a:solidFill>
                  <a:srgbClr val="FFFFFF"/>
                </a:solidFill>
                <a:latin typeface="Radnika Next" panose="00000500000000000000" pitchFamily="50" charset="0"/>
              </a:rPr>
              <a:t>DataBricks</a:t>
            </a:r>
          </a:p>
          <a:p>
            <a:r>
              <a:rPr lang="en-US" sz="1200" b="1" i="1" dirty="0">
                <a:solidFill>
                  <a:schemeClr val="accent3"/>
                </a:solidFill>
                <a:latin typeface="Radnika Next" panose="00000500000000000000" pitchFamily="50" charset="0"/>
              </a:rPr>
              <a:t>Build : Metric View for Unity Catalog </a:t>
            </a:r>
            <a:r>
              <a:rPr lang="en-US" sz="700" b="1" i="1" dirty="0">
                <a:solidFill>
                  <a:schemeClr val="accent3"/>
                </a:solidFill>
                <a:latin typeface="Radnika Next" panose="00000500000000000000" pitchFamily="50" charset="0"/>
              </a:rPr>
              <a:t>[Genie Ontology]</a:t>
            </a:r>
            <a:endParaRPr lang="en-US" sz="1200" b="1" i="1" dirty="0">
              <a:solidFill>
                <a:schemeClr val="accent3"/>
              </a:solidFill>
              <a:latin typeface="Radnika Next" panose="00000500000000000000" pitchFamily="50" charset="0"/>
            </a:endParaRPr>
          </a:p>
        </p:txBody>
      </p:sp>
      <p:sp>
        <p:nvSpPr>
          <p:cNvPr id="601" name="Rounded Rectangle 600">
            <a:extLst>
              <a:ext uri="{FF2B5EF4-FFF2-40B4-BE49-F238E27FC236}">
                <a16:creationId xmlns:a16="http://schemas.microsoft.com/office/drawing/2014/main" id="{C32AC14C-312B-36F8-3FE3-D3F90EBF152A}"/>
              </a:ext>
            </a:extLst>
          </p:cNvPr>
          <p:cNvSpPr/>
          <p:nvPr/>
        </p:nvSpPr>
        <p:spPr>
          <a:xfrm>
            <a:off x="8619990" y="3409809"/>
            <a:ext cx="1694123" cy="858791"/>
          </a:xfrm>
          <a:prstGeom prst="roundRect">
            <a:avLst>
              <a:gd name="adj" fmla="val 9571"/>
            </a:avLst>
          </a:prstGeom>
          <a:solidFill>
            <a:srgbClr val="003057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i="1" dirty="0">
                <a:solidFill>
                  <a:srgbClr val="FFFFFF"/>
                </a:solidFill>
                <a:latin typeface="Radnika Next" panose="00000500000000000000" pitchFamily="50" charset="0"/>
              </a:rPr>
              <a:t>Information Ex. </a:t>
            </a:r>
          </a:p>
          <a:p>
            <a:r>
              <a:rPr lang="en-US" sz="1200" b="1" i="1" dirty="0">
                <a:solidFill>
                  <a:schemeClr val="accent3"/>
                </a:solidFill>
                <a:latin typeface="Radnika Next" panose="00000500000000000000" pitchFamily="50" charset="0"/>
              </a:rPr>
              <a:t>Build : Semantic View [YAML/RDF]</a:t>
            </a:r>
          </a:p>
        </p:txBody>
      </p:sp>
      <p:sp>
        <p:nvSpPr>
          <p:cNvPr id="602" name="Rounded Rectangle 601">
            <a:extLst>
              <a:ext uri="{FF2B5EF4-FFF2-40B4-BE49-F238E27FC236}">
                <a16:creationId xmlns:a16="http://schemas.microsoft.com/office/drawing/2014/main" id="{39DD2F7A-CA27-E89E-C519-EFEA881682B9}"/>
              </a:ext>
            </a:extLst>
          </p:cNvPr>
          <p:cNvSpPr/>
          <p:nvPr/>
        </p:nvSpPr>
        <p:spPr>
          <a:xfrm>
            <a:off x="8619990" y="4362193"/>
            <a:ext cx="1694123" cy="501665"/>
          </a:xfrm>
          <a:prstGeom prst="roundRect">
            <a:avLst>
              <a:gd name="adj" fmla="val 9571"/>
            </a:avLst>
          </a:prstGeom>
          <a:solidFill>
            <a:srgbClr val="003057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i="1" dirty="0">
                <a:solidFill>
                  <a:srgbClr val="FFFFFF"/>
                </a:solidFill>
                <a:latin typeface="Radnika Next" panose="00000500000000000000" pitchFamily="50" charset="0"/>
              </a:rPr>
              <a:t>PowerBI</a:t>
            </a:r>
          </a:p>
          <a:p>
            <a:r>
              <a:rPr lang="en-US" sz="1200" b="1" i="1" dirty="0">
                <a:solidFill>
                  <a:schemeClr val="accent3"/>
                </a:solidFill>
                <a:latin typeface="Radnika Next" panose="00000500000000000000" pitchFamily="50" charset="0"/>
              </a:rPr>
              <a:t>Build : TMDL + DAX</a:t>
            </a:r>
          </a:p>
        </p:txBody>
      </p:sp>
      <p:sp>
        <p:nvSpPr>
          <p:cNvPr id="603" name="Rounded Rectangle 602">
            <a:extLst>
              <a:ext uri="{FF2B5EF4-FFF2-40B4-BE49-F238E27FC236}">
                <a16:creationId xmlns:a16="http://schemas.microsoft.com/office/drawing/2014/main" id="{5EF57B70-4C41-A098-CE23-B89E285B19C1}"/>
              </a:ext>
            </a:extLst>
          </p:cNvPr>
          <p:cNvSpPr/>
          <p:nvPr/>
        </p:nvSpPr>
        <p:spPr>
          <a:xfrm>
            <a:off x="8610438" y="4964616"/>
            <a:ext cx="1694123" cy="586057"/>
          </a:xfrm>
          <a:prstGeom prst="roundRect">
            <a:avLst>
              <a:gd name="adj" fmla="val 9571"/>
            </a:avLst>
          </a:prstGeom>
          <a:solidFill>
            <a:srgbClr val="003057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i="1" dirty="0">
                <a:solidFill>
                  <a:srgbClr val="FFFFFF"/>
                </a:solidFill>
                <a:latin typeface="Radnika Next" panose="00000500000000000000" pitchFamily="50" charset="0"/>
              </a:rPr>
              <a:t>Applications / UI’s</a:t>
            </a:r>
          </a:p>
          <a:p>
            <a:r>
              <a:rPr lang="en-US" sz="1200" b="1" i="1" dirty="0">
                <a:solidFill>
                  <a:schemeClr val="accent3"/>
                </a:solidFill>
                <a:latin typeface="Radnika Next" panose="00000500000000000000" pitchFamily="50" charset="0"/>
              </a:rPr>
              <a:t>Build : MCP Endpoints</a:t>
            </a:r>
          </a:p>
        </p:txBody>
      </p:sp>
      <p:sp>
        <p:nvSpPr>
          <p:cNvPr id="604" name="Rounded Rectangle 603">
            <a:extLst>
              <a:ext uri="{FF2B5EF4-FFF2-40B4-BE49-F238E27FC236}">
                <a16:creationId xmlns:a16="http://schemas.microsoft.com/office/drawing/2014/main" id="{9EE07ADF-3540-CAE3-CE5A-94AA6C47F8C4}"/>
              </a:ext>
            </a:extLst>
          </p:cNvPr>
          <p:cNvSpPr/>
          <p:nvPr/>
        </p:nvSpPr>
        <p:spPr>
          <a:xfrm>
            <a:off x="8644305" y="5639934"/>
            <a:ext cx="1669809" cy="586057"/>
          </a:xfrm>
          <a:prstGeom prst="roundRect">
            <a:avLst>
              <a:gd name="adj" fmla="val 9571"/>
            </a:avLst>
          </a:prstGeom>
          <a:solidFill>
            <a:srgbClr val="003057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i="1" dirty="0">
                <a:solidFill>
                  <a:srgbClr val="FFFFFF"/>
                </a:solidFill>
                <a:latin typeface="Radnika Next" panose="00000500000000000000" pitchFamily="50" charset="0"/>
              </a:rPr>
              <a:t>SDLC Tools</a:t>
            </a:r>
          </a:p>
          <a:p>
            <a:r>
              <a:rPr lang="en-US" sz="1200" b="1" i="1" dirty="0">
                <a:solidFill>
                  <a:schemeClr val="accent3"/>
                </a:solidFill>
                <a:latin typeface="Radnika Next" panose="00000500000000000000" pitchFamily="50" charset="0"/>
              </a:rPr>
              <a:t>Build : MCP Endpoints</a:t>
            </a:r>
          </a:p>
        </p:txBody>
      </p:sp>
      <p:sp>
        <p:nvSpPr>
          <p:cNvPr id="605" name="Pentagon 604">
            <a:extLst>
              <a:ext uri="{FF2B5EF4-FFF2-40B4-BE49-F238E27FC236}">
                <a16:creationId xmlns:a16="http://schemas.microsoft.com/office/drawing/2014/main" id="{120F8985-ABF4-744D-3437-465C8307F4E2}"/>
              </a:ext>
            </a:extLst>
          </p:cNvPr>
          <p:cNvSpPr/>
          <p:nvPr/>
        </p:nvSpPr>
        <p:spPr>
          <a:xfrm>
            <a:off x="8311684" y="1649334"/>
            <a:ext cx="113180" cy="386907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3F5E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606" name="Rounded Rectangle 605">
            <a:extLst>
              <a:ext uri="{FF2B5EF4-FFF2-40B4-BE49-F238E27FC236}">
                <a16:creationId xmlns:a16="http://schemas.microsoft.com/office/drawing/2014/main" id="{5993D6A1-1090-A9AB-0587-35B479C733AB}"/>
              </a:ext>
            </a:extLst>
          </p:cNvPr>
          <p:cNvSpPr/>
          <p:nvPr/>
        </p:nvSpPr>
        <p:spPr>
          <a:xfrm>
            <a:off x="8619891" y="1613762"/>
            <a:ext cx="1694123" cy="747063"/>
          </a:xfrm>
          <a:prstGeom prst="roundRect">
            <a:avLst>
              <a:gd name="adj" fmla="val 9571"/>
            </a:avLst>
          </a:prstGeom>
          <a:solidFill>
            <a:srgbClr val="003057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i="1" dirty="0">
                <a:solidFill>
                  <a:srgbClr val="FFFFFF"/>
                </a:solidFill>
                <a:latin typeface="Radnika Next" panose="00000500000000000000" pitchFamily="50" charset="0"/>
              </a:rPr>
              <a:t>Snowflake</a:t>
            </a:r>
          </a:p>
          <a:p>
            <a:r>
              <a:rPr lang="en-US" sz="1200" b="1" i="1" dirty="0">
                <a:solidFill>
                  <a:schemeClr val="accent3"/>
                </a:solidFill>
                <a:latin typeface="Radnika Next" panose="00000500000000000000" pitchFamily="50" charset="0"/>
              </a:rPr>
              <a:t>Build : Semantic View for Snowflake [Cortex]</a:t>
            </a:r>
          </a:p>
        </p:txBody>
      </p:sp>
      <p:sp>
        <p:nvSpPr>
          <p:cNvPr id="607" name="Pentagon 606">
            <a:extLst>
              <a:ext uri="{FF2B5EF4-FFF2-40B4-BE49-F238E27FC236}">
                <a16:creationId xmlns:a16="http://schemas.microsoft.com/office/drawing/2014/main" id="{126314A5-4114-30A1-FF2D-344C460DEA3D}"/>
              </a:ext>
            </a:extLst>
          </p:cNvPr>
          <p:cNvSpPr/>
          <p:nvPr/>
        </p:nvSpPr>
        <p:spPr>
          <a:xfrm>
            <a:off x="10496084" y="1650402"/>
            <a:ext cx="113180" cy="386907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3F5E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608" name="TextBox 607">
            <a:extLst>
              <a:ext uri="{FF2B5EF4-FFF2-40B4-BE49-F238E27FC236}">
                <a16:creationId xmlns:a16="http://schemas.microsoft.com/office/drawing/2014/main" id="{8352546B-E751-8FFC-22C1-93D168E13624}"/>
              </a:ext>
            </a:extLst>
          </p:cNvPr>
          <p:cNvSpPr txBox="1"/>
          <p:nvPr/>
        </p:nvSpPr>
        <p:spPr>
          <a:xfrm>
            <a:off x="10678347" y="1098164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Personas</a:t>
            </a:r>
          </a:p>
        </p:txBody>
      </p:sp>
      <p:sp>
        <p:nvSpPr>
          <p:cNvPr id="609" name="Rounded Rectangle 608">
            <a:extLst>
              <a:ext uri="{FF2B5EF4-FFF2-40B4-BE49-F238E27FC236}">
                <a16:creationId xmlns:a16="http://schemas.microsoft.com/office/drawing/2014/main" id="{927CD37E-1763-D7C0-CC7A-68DD94E2DEA0}"/>
              </a:ext>
            </a:extLst>
          </p:cNvPr>
          <p:cNvSpPr/>
          <p:nvPr/>
        </p:nvSpPr>
        <p:spPr>
          <a:xfrm>
            <a:off x="10727846" y="1472845"/>
            <a:ext cx="1363332" cy="537884"/>
          </a:xfrm>
          <a:prstGeom prst="round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dnika Next" panose="00000500000000000000" pitchFamily="50" charset="0"/>
              </a:rPr>
              <a:t>BI Persona</a:t>
            </a:r>
          </a:p>
        </p:txBody>
      </p:sp>
      <p:sp>
        <p:nvSpPr>
          <p:cNvPr id="610" name="Rounded Rectangle 609">
            <a:extLst>
              <a:ext uri="{FF2B5EF4-FFF2-40B4-BE49-F238E27FC236}">
                <a16:creationId xmlns:a16="http://schemas.microsoft.com/office/drawing/2014/main" id="{C1F5BC46-EDB4-1850-CAD2-8F219EA19D1B}"/>
              </a:ext>
            </a:extLst>
          </p:cNvPr>
          <p:cNvSpPr/>
          <p:nvPr/>
        </p:nvSpPr>
        <p:spPr>
          <a:xfrm>
            <a:off x="10727846" y="2112220"/>
            <a:ext cx="1363332" cy="537884"/>
          </a:xfrm>
          <a:prstGeom prst="round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dnika Next" panose="00000500000000000000" pitchFamily="50" charset="0"/>
              </a:rPr>
              <a:t>Architect Persona</a:t>
            </a:r>
          </a:p>
        </p:txBody>
      </p:sp>
      <p:sp>
        <p:nvSpPr>
          <p:cNvPr id="611" name="Rounded Rectangle 610">
            <a:extLst>
              <a:ext uri="{FF2B5EF4-FFF2-40B4-BE49-F238E27FC236}">
                <a16:creationId xmlns:a16="http://schemas.microsoft.com/office/drawing/2014/main" id="{844161F2-149C-E7B9-6C08-3BA26614A232}"/>
              </a:ext>
            </a:extLst>
          </p:cNvPr>
          <p:cNvSpPr/>
          <p:nvPr/>
        </p:nvSpPr>
        <p:spPr>
          <a:xfrm>
            <a:off x="10721140" y="2739670"/>
            <a:ext cx="1363332" cy="537884"/>
          </a:xfrm>
          <a:prstGeom prst="round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dnika Next" panose="00000500000000000000" pitchFamily="50" charset="0"/>
              </a:rPr>
              <a:t>Data Engineer Persona</a:t>
            </a:r>
          </a:p>
        </p:txBody>
      </p:sp>
      <p:sp>
        <p:nvSpPr>
          <p:cNvPr id="612" name="Rounded Rectangle 611">
            <a:extLst>
              <a:ext uri="{FF2B5EF4-FFF2-40B4-BE49-F238E27FC236}">
                <a16:creationId xmlns:a16="http://schemas.microsoft.com/office/drawing/2014/main" id="{AD9F837F-12B1-C6C2-690A-4B1529D585BB}"/>
              </a:ext>
            </a:extLst>
          </p:cNvPr>
          <p:cNvSpPr/>
          <p:nvPr/>
        </p:nvSpPr>
        <p:spPr>
          <a:xfrm>
            <a:off x="10721140" y="3892053"/>
            <a:ext cx="1363332" cy="451427"/>
          </a:xfrm>
          <a:prstGeom prst="round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dnika Next" panose="00000500000000000000" pitchFamily="50" charset="0"/>
              </a:rPr>
              <a:t>QA Persona</a:t>
            </a:r>
          </a:p>
        </p:txBody>
      </p:sp>
      <p:sp>
        <p:nvSpPr>
          <p:cNvPr id="613" name="Rounded Rectangle 612">
            <a:extLst>
              <a:ext uri="{FF2B5EF4-FFF2-40B4-BE49-F238E27FC236}">
                <a16:creationId xmlns:a16="http://schemas.microsoft.com/office/drawing/2014/main" id="{223FDDE1-0EE8-36C2-8A2C-3FF0B7C1BDC3}"/>
              </a:ext>
            </a:extLst>
          </p:cNvPr>
          <p:cNvSpPr/>
          <p:nvPr/>
        </p:nvSpPr>
        <p:spPr>
          <a:xfrm>
            <a:off x="10721140" y="4444506"/>
            <a:ext cx="1363332" cy="537884"/>
          </a:xfrm>
          <a:prstGeom prst="round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dnika Next" panose="00000500000000000000" pitchFamily="50" charset="0"/>
              </a:rPr>
              <a:t>DevOps Persona</a:t>
            </a:r>
          </a:p>
        </p:txBody>
      </p:sp>
      <p:sp>
        <p:nvSpPr>
          <p:cNvPr id="614" name="Rounded Rectangle 613">
            <a:extLst>
              <a:ext uri="{FF2B5EF4-FFF2-40B4-BE49-F238E27FC236}">
                <a16:creationId xmlns:a16="http://schemas.microsoft.com/office/drawing/2014/main" id="{60959FBA-8F97-02A9-7435-4FDFA3139EA7}"/>
              </a:ext>
            </a:extLst>
          </p:cNvPr>
          <p:cNvSpPr/>
          <p:nvPr/>
        </p:nvSpPr>
        <p:spPr>
          <a:xfrm>
            <a:off x="10713091" y="5085661"/>
            <a:ext cx="1363332" cy="537884"/>
          </a:xfrm>
          <a:prstGeom prst="round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dnika Next" panose="00000500000000000000" pitchFamily="50" charset="0"/>
              </a:rPr>
              <a:t>DevSecOps Persona</a:t>
            </a:r>
          </a:p>
        </p:txBody>
      </p:sp>
      <p:sp>
        <p:nvSpPr>
          <p:cNvPr id="615" name="Rounded Rectangle 614">
            <a:extLst>
              <a:ext uri="{FF2B5EF4-FFF2-40B4-BE49-F238E27FC236}">
                <a16:creationId xmlns:a16="http://schemas.microsoft.com/office/drawing/2014/main" id="{AC6ABFED-09B2-C575-F68B-F2DF34528B7A}"/>
              </a:ext>
            </a:extLst>
          </p:cNvPr>
          <p:cNvSpPr/>
          <p:nvPr/>
        </p:nvSpPr>
        <p:spPr>
          <a:xfrm>
            <a:off x="10706385" y="5743110"/>
            <a:ext cx="1363332" cy="537884"/>
          </a:xfrm>
          <a:prstGeom prst="round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dnika Next" panose="00000500000000000000" pitchFamily="50" charset="0"/>
              </a:rPr>
              <a:t>Citizen Developer Persona</a:t>
            </a:r>
          </a:p>
        </p:txBody>
      </p:sp>
      <p:sp>
        <p:nvSpPr>
          <p:cNvPr id="616" name="Text 47">
            <a:extLst>
              <a:ext uri="{FF2B5EF4-FFF2-40B4-BE49-F238E27FC236}">
                <a16:creationId xmlns:a16="http://schemas.microsoft.com/office/drawing/2014/main" id="{F867875F-1DA4-C0AC-2129-5A2B291EE35C}"/>
              </a:ext>
            </a:extLst>
          </p:cNvPr>
          <p:cNvSpPr/>
          <p:nvPr/>
        </p:nvSpPr>
        <p:spPr>
          <a:xfrm>
            <a:off x="5353203" y="3426909"/>
            <a:ext cx="2585302" cy="221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 and execution patterns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617" name="Text 47">
            <a:extLst>
              <a:ext uri="{FF2B5EF4-FFF2-40B4-BE49-F238E27FC236}">
                <a16:creationId xmlns:a16="http://schemas.microsoft.com/office/drawing/2014/main" id="{73CE7182-1ADC-CB8B-BE63-8B0D835F3EDA}"/>
              </a:ext>
            </a:extLst>
          </p:cNvPr>
          <p:cNvSpPr/>
          <p:nvPr/>
        </p:nvSpPr>
        <p:spPr>
          <a:xfrm>
            <a:off x="5384774" y="2186536"/>
            <a:ext cx="2585302" cy="221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Related Entities and relationship</a:t>
            </a:r>
            <a:endParaRPr kumimoji="0" lang="en-US" sz="830" b="0" i="0" u="none" strike="noStrike" kern="1200" cap="none" spc="0" normalizeH="0" baseline="0" noProof="0" dirty="0">
              <a:ln>
                <a:noFill/>
              </a:ln>
              <a:solidFill>
                <a:srgbClr val="0A2C41"/>
              </a:solidFill>
              <a:effectLst/>
              <a:uLnTx/>
              <a:uFillTx/>
              <a:latin typeface="Effra"/>
              <a:ea typeface="+mn-ea"/>
              <a:cs typeface="+mn-cs"/>
            </a:endParaRPr>
          </a:p>
        </p:txBody>
      </p:sp>
      <p:sp>
        <p:nvSpPr>
          <p:cNvPr id="618" name="Rounded Rectangle 617">
            <a:extLst>
              <a:ext uri="{FF2B5EF4-FFF2-40B4-BE49-F238E27FC236}">
                <a16:creationId xmlns:a16="http://schemas.microsoft.com/office/drawing/2014/main" id="{E47988C2-3999-F530-72C2-2F9C234BA2C9}"/>
              </a:ext>
            </a:extLst>
          </p:cNvPr>
          <p:cNvSpPr/>
          <p:nvPr/>
        </p:nvSpPr>
        <p:spPr>
          <a:xfrm>
            <a:off x="10721140" y="3400841"/>
            <a:ext cx="1363332" cy="397353"/>
          </a:xfrm>
          <a:prstGeom prst="round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Radnika Next" panose="00000500000000000000" pitchFamily="50" charset="0"/>
              </a:rPr>
              <a:t>Digital Engineer</a:t>
            </a:r>
          </a:p>
        </p:txBody>
      </p:sp>
    </p:spTree>
    <p:extLst>
      <p:ext uri="{BB962C8B-B14F-4D97-AF65-F5344CB8AC3E}">
        <p14:creationId xmlns:p14="http://schemas.microsoft.com/office/powerpoint/2010/main" val="348218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CIQLASTID" val="33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EBAF1"/>
      </a:accent1>
      <a:accent2>
        <a:srgbClr val="85C225"/>
      </a:accent2>
      <a:accent3>
        <a:srgbClr val="F9C100"/>
      </a:accent3>
      <a:accent4>
        <a:srgbClr val="ED1C24"/>
      </a:accent4>
      <a:accent5>
        <a:srgbClr val="333333"/>
      </a:accent5>
      <a:accent6>
        <a:srgbClr val="7F7F7F"/>
      </a:accent6>
      <a:hlink>
        <a:srgbClr val="0EBAF1"/>
      </a:hlink>
      <a:folHlink>
        <a:srgbClr val="0EBAF1"/>
      </a:folHlink>
    </a:clrScheme>
    <a:fontScheme name="Custom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3057"/>
        </a:solidFill>
        <a:ln>
          <a:solidFill>
            <a:srgbClr val="003057"/>
          </a:solidFill>
        </a:ln>
      </a:spPr>
      <a:bodyPr rtlCol="0" anchor="ctr"/>
      <a:lstStyle>
        <a:defPPr algn="ctr">
          <a:defRPr sz="1000" dirty="0">
            <a:solidFill>
              <a:srgbClr val="FFFFFF"/>
            </a:solidFill>
            <a:latin typeface="Radnika Next" panose="00000500000000000000" pitchFamily="5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0305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6ADE52-999D-422B-9173-8EB2A04CE363}">
  <we:reference id="36907bf5-2c4b-4ebb-b2d8-8ed6acad83c2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8001d4-d7e8-492c-8bc2-cc920f1f400b">
      <Terms xmlns="http://schemas.microsoft.com/office/infopath/2007/PartnerControls"/>
    </lcf76f155ced4ddcb4097134ff3c332f>
    <TaxCatchAll xmlns="00c22f27-e900-4813-a3d9-06e981a2dde1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3852896B0B3E44AC03C7970DB11194" ma:contentTypeVersion="21" ma:contentTypeDescription="Create a new document." ma:contentTypeScope="" ma:versionID="749c2b9af3904f51cca166e20f783d78">
  <xsd:schema xmlns:xsd="http://www.w3.org/2001/XMLSchema" xmlns:xs="http://www.w3.org/2001/XMLSchema" xmlns:p="http://schemas.microsoft.com/office/2006/metadata/properties" xmlns:ns1="http://schemas.microsoft.com/sharepoint/v3" xmlns:ns2="1b8001d4-d7e8-492c-8bc2-cc920f1f400b" xmlns:ns3="00c22f27-e900-4813-a3d9-06e981a2dde1" targetNamespace="http://schemas.microsoft.com/office/2006/metadata/properties" ma:root="true" ma:fieldsID="b7811d3b22626386a425869c468c50fb" ns1:_="" ns2:_="" ns3:_="">
    <xsd:import namespace="http://schemas.microsoft.com/sharepoint/v3"/>
    <xsd:import namespace="1b8001d4-d7e8-492c-8bc2-cc920f1f400b"/>
    <xsd:import namespace="00c22f27-e900-4813-a3d9-06e981a2dd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001d4-d7e8-492c-8bc2-cc920f1f40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7562782-9542-48a7-8a58-465baa5707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c22f27-e900-4813-a3d9-06e981a2dde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517742b-e14b-4305-8f2b-5e749b324a38}" ma:internalName="TaxCatchAll" ma:showField="CatchAllData" ma:web="00c22f27-e900-4813-a3d9-06e981a2dd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951BE3-E28D-419E-AC3B-121AA6AE2F96}">
  <ds:schemaRefs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00c22f27-e900-4813-a3d9-06e981a2dde1"/>
    <ds:schemaRef ds:uri="1b8001d4-d7e8-492c-8bc2-cc920f1f400b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D9A70EF-FB82-468C-A358-434A13EA2A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7D8AAF-50D1-440F-B3B4-A23BEED067FD}">
  <ds:schemaRefs>
    <ds:schemaRef ds:uri="00c22f27-e900-4813-a3d9-06e981a2dde1"/>
    <ds:schemaRef ds:uri="1b8001d4-d7e8-492c-8bc2-cc920f1f40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Words>400</Words>
  <Application>Microsoft Office PowerPoint</Application>
  <PresentationFormat>Widescreen</PresentationFormat>
  <Paragraphs>88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1_Office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DataEconomy Inc.</dc:title>
  <dc:subject/>
  <dc:creator>Reginald Mathews</dc:creator>
  <cp:keywords/>
  <dc:description/>
  <cp:lastModifiedBy>Reginald Mathews</cp:lastModifiedBy>
  <cp:revision>18</cp:revision>
  <cp:lastPrinted>2026-08-11T18:19:19Z</cp:lastPrinted>
  <dcterms:created xsi:type="dcterms:W3CDTF">2020-11-23T17:40:08Z</dcterms:created>
  <dcterms:modified xsi:type="dcterms:W3CDTF">2026-08-24T11:46:27Z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439c82d-9cf2-48f2-b7a6-248a91e34497_Enabled">
    <vt:lpwstr>true</vt:lpwstr>
  </property>
  <property fmtid="{D5CDD505-2E9C-101B-9397-08002B2CF9AE}" pid="3" name="MSIP_Label_9439c82d-9cf2-48f2-b7a6-248a91e34497_SetDate">
    <vt:lpwstr>2023-08-01T13:32:49Z</vt:lpwstr>
  </property>
  <property fmtid="{D5CDD505-2E9C-101B-9397-08002B2CF9AE}" pid="4" name="MSIP_Label_9439c82d-9cf2-48f2-b7a6-248a91e34497_Method">
    <vt:lpwstr>Standard</vt:lpwstr>
  </property>
  <property fmtid="{D5CDD505-2E9C-101B-9397-08002B2CF9AE}" pid="5" name="MSIP_Label_9439c82d-9cf2-48f2-b7a6-248a91e34497_Name">
    <vt:lpwstr>9439c82d-9cf2-48f2-b7a6-248a91e34497</vt:lpwstr>
  </property>
  <property fmtid="{D5CDD505-2E9C-101B-9397-08002B2CF9AE}" pid="6" name="MSIP_Label_9439c82d-9cf2-48f2-b7a6-248a91e34497_SiteId">
    <vt:lpwstr>5106ea48-5455-4f16-9fdc-caa5bfaf19dd</vt:lpwstr>
  </property>
  <property fmtid="{D5CDD505-2E9C-101B-9397-08002B2CF9AE}" pid="7" name="MSIP_Label_9439c82d-9cf2-48f2-b7a6-248a91e34497_ActionId">
    <vt:lpwstr>70a9460a-cb84-4d11-b8a2-39c91ff35459</vt:lpwstr>
  </property>
  <property fmtid="{D5CDD505-2E9C-101B-9397-08002B2CF9AE}" pid="8" name="MSIP_Label_9439c82d-9cf2-48f2-b7a6-248a91e34497_ContentBits">
    <vt:lpwstr>2</vt:lpwstr>
  </property>
  <property fmtid="{D5CDD505-2E9C-101B-9397-08002B2CF9AE}" pid="9" name="ClassificationContentMarkingFooterLocations">
    <vt:lpwstr>1_Office Theme:14</vt:lpwstr>
  </property>
  <property fmtid="{D5CDD505-2E9C-101B-9397-08002B2CF9AE}" pid="10" name="ClassificationContentMarkingFooterText">
    <vt:lpwstr>Restricted</vt:lpwstr>
  </property>
  <property fmtid="{D5CDD505-2E9C-101B-9397-08002B2CF9AE}" pid="11" name="ContentTypeId">
    <vt:lpwstr>0x0101005B3852896B0B3E44AC03C7970DB11194</vt:lpwstr>
  </property>
  <property fmtid="{D5CDD505-2E9C-101B-9397-08002B2CF9AE}" pid="12" name="MSIP_Label_ad0a869a-4db4-46ff-9264-0c63727b37f3_Enabled">
    <vt:lpwstr>true</vt:lpwstr>
  </property>
  <property fmtid="{D5CDD505-2E9C-101B-9397-08002B2CF9AE}" pid="13" name="MSIP_Label_ad0a869a-4db4-46ff-9264-0c63727b37f3_SetDate">
    <vt:lpwstr>2025-02-08T15:59:02Z</vt:lpwstr>
  </property>
  <property fmtid="{D5CDD505-2E9C-101B-9397-08002B2CF9AE}" pid="14" name="MSIP_Label_ad0a869a-4db4-46ff-9264-0c63727b37f3_Method">
    <vt:lpwstr>Standard</vt:lpwstr>
  </property>
  <property fmtid="{D5CDD505-2E9C-101B-9397-08002B2CF9AE}" pid="15" name="MSIP_Label_ad0a869a-4db4-46ff-9264-0c63727b37f3_Name">
    <vt:lpwstr>Internal</vt:lpwstr>
  </property>
  <property fmtid="{D5CDD505-2E9C-101B-9397-08002B2CF9AE}" pid="16" name="MSIP_Label_ad0a869a-4db4-46ff-9264-0c63727b37f3_SiteId">
    <vt:lpwstr>4fe376cb-602d-4865-a8ec-eb66385cdb6a</vt:lpwstr>
  </property>
  <property fmtid="{D5CDD505-2E9C-101B-9397-08002B2CF9AE}" pid="17" name="MSIP_Label_ad0a869a-4db4-46ff-9264-0c63727b37f3_ActionId">
    <vt:lpwstr>16e72249-8826-4978-aecf-fd71c90243eb</vt:lpwstr>
  </property>
  <property fmtid="{D5CDD505-2E9C-101B-9397-08002B2CF9AE}" pid="18" name="MSIP_Label_ad0a869a-4db4-46ff-9264-0c63727b37f3_ContentBits">
    <vt:lpwstr>0</vt:lpwstr>
  </property>
  <property fmtid="{D5CDD505-2E9C-101B-9397-08002B2CF9AE}" pid="19" name="MediaServiceImageTags">
    <vt:lpwstr/>
  </property>
</Properties>
</file>